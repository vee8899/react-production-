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18d619ea51461f" /><Relationship Type="http://schemas.openxmlformats.org/officeDocument/2006/relationships/extended-properties" Target="/docProps/app.xml" Id="R6af86a842e904b40" /><Relationship Type="http://schemas.openxmlformats.org/officeDocument/2006/relationships/officeDocument" Target="/ppt/presentation.xml" Id="Reecdb1a506454ed1" /></Relationships>
</file>

<file path=ppt/presentation.xml><?xml version="1.0" encoding="utf-8"?>
<p:presentation xmlns:p="http://schemas.openxmlformats.org/presentationml/2006/main">
  <p:sldMasterIdLst>
    <p:sldMasterId xmlns:r="http://schemas.openxmlformats.org/officeDocument/2006/relationships" id="2147483648" r:id="R1319ea7deb1045bb"/>
  </p:sldMasterIdLst>
  <p:notesMasterIdLst>
    <p:notesMasterId xmlns:r="http://schemas.openxmlformats.org/officeDocument/2006/relationships" r:id="R66bef3188f894b77"/>
  </p:notesMasterIdLst>
  <p:sldIdLst>
    <p:sldId xmlns:r="http://schemas.openxmlformats.org/officeDocument/2006/relationships" id="256" r:id="R7f6f6bfd0c8641b1"/>
    <p:sldId xmlns:r="http://schemas.openxmlformats.org/officeDocument/2006/relationships" id="257" r:id="R096cf07be9d048da"/>
    <p:sldId xmlns:r="http://schemas.openxmlformats.org/officeDocument/2006/relationships" id="258" r:id="R0aee9546ce4a4b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065595858044e4" /><Relationship Type="http://schemas.openxmlformats.org/officeDocument/2006/relationships/slideMaster" Target="/ppt/slideMasters/slideMaster1.xml" Id="R1319ea7deb1045bb" /><Relationship Type="http://schemas.openxmlformats.org/officeDocument/2006/relationships/notesMaster" Target="/ppt/notesMasters/notesMaster1.xml" Id="R66bef3188f894b77" /><Relationship Type="http://schemas.openxmlformats.org/officeDocument/2006/relationships/presProps" Target="/ppt/presProps.xml" Id="R6c64ab59be654544" /><Relationship Type="http://schemas.openxmlformats.org/officeDocument/2006/relationships/tableStyles" Target="/ppt/tableStyles.xml" Id="R4bdf280aedb64ed1" /><Relationship Type="http://schemas.openxmlformats.org/officeDocument/2006/relationships/slide" Target="/ppt/slides/slide1.xml" Id="R7f6f6bfd0c8641b1" /><Relationship Type="http://schemas.openxmlformats.org/officeDocument/2006/relationships/slide" Target="/ppt/slides/slide2.xml" Id="R096cf07be9d048da" /><Relationship Type="http://schemas.openxmlformats.org/officeDocument/2006/relationships/slide" Target="/ppt/slides/slide3.xml" Id="R0aee9546ce4a4b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1e7d8ad5334e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89a1ef83584be2" /><Relationship Type="http://schemas.openxmlformats.org/officeDocument/2006/relationships/notesMaster" Target="/ppt/notesMasters/notesMaster1.xml" Id="Rec19b1be336648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af24b485b64dca" /><Relationship Type="http://schemas.openxmlformats.org/officeDocument/2006/relationships/notesMaster" Target="/ppt/notesMasters/notesMaster1.xml" Id="R08f2b647aae146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8b46feaa5045e1" /><Relationship Type="http://schemas.openxmlformats.org/officeDocument/2006/relationships/notesMaster" Target="/ppt/notesMasters/notesMaster1.xml" Id="R09c7abd8f3244f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 product description, September 2026; repository README.md; src/pages/HomePage.tsx; src/pages/DashboardPage.tsx. Preproduction concept. Illustrative workflow view is editable presentation artwork, not a live screenshot or evidence of performance. Research-informed describes the intended process design approach; no specific study or validated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client engagement journey, based on the user request and repository src/pages/HomePage.tsx: platform, implementation, and ongoing operations. This describes a proposed process, not a completed client engagement or evidence of production readiness. Initial communication is followed by process scoping, onboarding, workflow configuration, testing and approval, then ongoing monitoring and improvement. Timelines, scope, access and success criteria require agreement. Every stage and arrow is a native editable PowerPoint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not an agreed commercial commitment. Product is in preproduction per user. Pilot scope, integration access, process rules, baseline, success criteria, and launch validation remain to be agreed.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11e7351a0b4e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1d3c39ee7341bf" /><Relationship Type="http://schemas.openxmlformats.org/officeDocument/2006/relationships/slideLayout" Target="/ppt/slideLayouts/slideLayout1.xml" Id="Recf02368585347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f02368585347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6907fa023741d0" /><Relationship Type="http://schemas.openxmlformats.org/officeDocument/2006/relationships/notesSlide" Target="/ppt/notesSlides/notesSlide1.xml" Id="R3226a9cb138b42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a43ee2a4bd4074" /><Relationship Type="http://schemas.openxmlformats.org/officeDocument/2006/relationships/notesSlide" Target="/ppt/notesSlides/notesSlide2.xml" Id="Rd37360c0a23c40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96d3882585494e" /><Relationship Type="http://schemas.openxmlformats.org/officeDocument/2006/relationships/notesSlide" Target="/ppt/notesSlides/notesSlide3.xml" Id="Rc5439a9380864f8e" /></Relationships>
</file>

<file path=ppt/slides/slide1.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15843BA-E198-40B0-8644-053AD86E8A41}"/>
              </a:ext>
            </a:extLst>
          </p:cNvPr>
          <p:cNvSpPr>
            <a:spLocks xmlns:a="http://schemas.openxmlformats.org/drawingml/2006/main" noGrp="1"/>
          </p:cNvSpPr>
          <p:nvPr/>
        </p:nvSpPr>
        <p:spPr>
          <a:xfrm xmlns:a="http://schemas.openxmlformats.org/drawingml/2006/main">
            <a:off x="685800" y="34290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975" b="0">
                <a:solidFill>
                  <a:srgbClr val="6B6762"/>
                </a:solidFill>
                <a:latin typeface="Arial"/>
                <a:ea typeface="Arial"/>
                <a:cs typeface="Arial"/>
              </a:defRPr>
            </a:pPr>
            <a:r>
              <a:rPr sz="975" b="0">
                <a:solidFill>
                  <a:srgbClr val="6B6762"/>
                </a:solidFill>
                <a:latin typeface="Arial"/>
                <a:ea typeface="Arial"/>
                <a:cs typeface="Arial"/>
              </a:rPr>
              <a:t>PRIME STATE SYSTEMS</a:t>
            </a:r>
          </a:p>
        </p:txBody>
      </p:sp>
      <p:sp>
        <p:nvSpPr>
          <p:cNvPr id="2" name="">
            <a:extLst xmlns:a="http://schemas.openxmlformats.org/drawingml/2006/main">
              <a:ext uri="{FF2B5EF4-FFF2-40B4-BE49-F238E27FC236}">
                <a16:creationId xmlns:a16="http://schemas.microsoft.com/office/drawing/2014/main" id="{F664A5A8-EF40-4330-9E5E-CCE3CA91F138}"/>
              </a:ext>
            </a:extLst>
          </p:cNvPr>
          <p:cNvSpPr>
            <a:spLocks xmlns:a="http://schemas.openxmlformats.org/drawingml/2006/main" noGrp="1"/>
          </p:cNvSpPr>
          <p:nvPr/>
        </p:nvSpPr>
        <p:spPr>
          <a:xfrm xmlns:a="http://schemas.openxmlformats.org/drawingml/2006/main">
            <a:off x="10953750" y="3429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6B6762"/>
                </a:solidFill>
                <a:latin typeface="Arial"/>
                <a:ea typeface="Arial"/>
                <a:cs typeface="Arial"/>
              </a:defRPr>
            </a:pPr>
            <a:r>
              <a:rPr sz="825" b="1">
                <a:solidFill>
                  <a:srgbClr val="6B6762"/>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C68DD5EB-42D5-417A-8CC4-422CAB6BAA6D}"/>
              </a:ext>
            </a:extLst>
          </p:cNvPr>
          <p:cNvSpPr>
            <a:spLocks xmlns:a="http://schemas.openxmlformats.org/drawingml/2006/main" noGrp="1"/>
          </p:cNvSpPr>
          <p:nvPr/>
        </p:nvSpPr>
        <p:spPr>
          <a:xfrm xmlns:a="http://schemas.openxmlformats.org/drawingml/2006/main">
            <a:off x="685800" y="1447800"/>
            <a:ext cx="6667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3600" b="0">
                <a:solidFill>
                  <a:srgbClr val="0F0E0D"/>
                </a:solidFill>
                <a:latin typeface="Georgia"/>
                <a:ea typeface="Georgia"/>
                <a:cs typeface="Georgia"/>
              </a:defRPr>
            </a:pPr>
            <a:r>
              <a:rPr sz="3600" b="0">
                <a:solidFill>
                  <a:srgbClr val="0F0E0D"/>
                </a:solidFill>
                <a:latin typeface="Georgia"/>
                <a:ea typeface="Georgia"/>
                <a:cs typeface="Georgia"/>
              </a:rPr>
              <a:t>A consistent way</a:t>
            </a:r>
          </a:p>
          <a:p xmlns:a="http://schemas.openxmlformats.org/drawingml/2006/main">
            <a:pPr>
              <a:buNone/>
              <a:defRPr sz="3600" b="0">
                <a:solidFill>
                  <a:srgbClr val="0F0E0D"/>
                </a:solidFill>
                <a:latin typeface="Georgia"/>
                <a:ea typeface="Georgia"/>
                <a:cs typeface="Georgia"/>
              </a:defRPr>
            </a:pPr>
            <a:r>
              <a:rPr sz="3600" b="0">
                <a:solidFill>
                  <a:srgbClr val="0F0E0D"/>
                </a:solidFill>
                <a:latin typeface="Georgia"/>
                <a:ea typeface="Georgia"/>
                <a:cs typeface="Georgia"/>
              </a:rPr>
              <a:t>to run repeatable</a:t>
            </a:r>
          </a:p>
          <a:p xmlns:a="http://schemas.openxmlformats.org/drawingml/2006/main">
            <a:pPr>
              <a:buNone/>
              <a:defRPr sz="3600" b="0">
                <a:solidFill>
                  <a:srgbClr val="0F0E0D"/>
                </a:solidFill>
                <a:latin typeface="Georgia"/>
                <a:ea typeface="Georgia"/>
                <a:cs typeface="Georgia"/>
              </a:defRPr>
            </a:pPr>
            <a:r>
              <a:rPr sz="3600" b="0">
                <a:solidFill>
                  <a:srgbClr val="0F0E0D"/>
                </a:solidFill>
                <a:latin typeface="Georgia"/>
                <a:ea typeface="Georgia"/>
                <a:cs typeface="Georgia"/>
              </a:rPr>
              <a:t>business operations</a:t>
            </a:r>
          </a:p>
        </p:txBody>
      </p:sp>
      <p:sp>
        <p:nvSpPr>
          <p:cNvPr id="4" name="">
            <a:extLst xmlns:a="http://schemas.openxmlformats.org/drawingml/2006/main">
              <a:ext uri="{FF2B5EF4-FFF2-40B4-BE49-F238E27FC236}">
                <a16:creationId xmlns:a16="http://schemas.microsoft.com/office/drawing/2014/main" id="{DD18526B-F66F-432E-8000-EB81157F9181}"/>
              </a:ext>
            </a:extLst>
          </p:cNvPr>
          <p:cNvSpPr>
            <a:spLocks xmlns:a="http://schemas.openxmlformats.org/drawingml/2006/main" noGrp="1"/>
          </p:cNvSpPr>
          <p:nvPr/>
        </p:nvSpPr>
        <p:spPr>
          <a:xfrm xmlns:a="http://schemas.openxmlformats.org/drawingml/2006/main">
            <a:off x="723900" y="3800475"/>
            <a:ext cx="581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650" b="0">
                <a:solidFill>
                  <a:srgbClr val="6B6762"/>
                </a:solidFill>
                <a:latin typeface="Arial"/>
                <a:ea typeface="Arial"/>
                <a:cs typeface="Arial"/>
              </a:defRPr>
            </a:pPr>
            <a:r>
              <a:rPr sz="1650" b="0">
                <a:solidFill>
                  <a:srgbClr val="6B6762"/>
                </a:solidFill>
                <a:latin typeface="Arial"/>
                <a:ea typeface="Arial"/>
                <a:cs typeface="Arial"/>
              </a:rPr>
              <a:t>Research-informed processes, configured around your business and delivered through managed workflows—with visibility into execution and exceptions.</a:t>
            </a:r>
          </a:p>
        </p:txBody>
      </p:sp>
      <p:sp>
        <p:nvSpPr>
          <p:cNvPr id="5" name="">
            <a:extLst xmlns:a="http://schemas.openxmlformats.org/drawingml/2006/main">
              <a:ext uri="{FF2B5EF4-FFF2-40B4-BE49-F238E27FC236}">
                <a16:creationId xmlns:a16="http://schemas.microsoft.com/office/drawing/2014/main" id="{8C595BF2-1C98-470D-B860-2DAB831B2273}"/>
              </a:ext>
            </a:extLst>
          </p:cNvPr>
          <p:cNvSpPr>
            <a:spLocks xmlns:a="http://schemas.openxmlformats.org/drawingml/2006/main" noGrp="1"/>
          </p:cNvSpPr>
          <p:nvPr/>
        </p:nvSpPr>
        <p:spPr>
          <a:xfrm xmlns:a="http://schemas.openxmlformats.org/drawingml/2006/main">
            <a:off x="7524750" y="1066800"/>
            <a:ext cx="3295650" cy="4000500"/>
          </a:xfrm>
          <a:prstGeom xmlns:a="http://schemas.openxmlformats.org/drawingml/2006/main" prst="roundRect">
            <a:avLst>
              <a:gd name="adj" fmla="val 4624"/>
            </a:avLst>
          </a:prstGeom>
          <a:solidFill xmlns:a="http://schemas.openxmlformats.org/drawingml/2006/main">
            <a:srgbClr val="F2F0ED"/>
          </a:solidFill>
          <a:ln xmlns:a="http://schemas.openxmlformats.org/drawingml/2006/main" w="9525">
            <a:solidFill>
              <a:srgbClr val="E0DDDA"/>
            </a:solid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53B4C462-FAD9-4018-B30B-6F4DF9BC1EF5}"/>
              </a:ext>
            </a:extLst>
          </p:cNvPr>
          <p:cNvSpPr>
            <a:spLocks xmlns:a="http://schemas.openxmlformats.org/drawingml/2006/main" noGrp="1"/>
          </p:cNvSpPr>
          <p:nvPr/>
        </p:nvSpPr>
        <p:spPr>
          <a:xfrm xmlns:a="http://schemas.openxmlformats.org/drawingml/2006/main">
            <a:off x="7848600" y="1428750"/>
            <a:ext cx="2647950" cy="495300"/>
          </a:xfrm>
          <a:prstGeom xmlns:a="http://schemas.openxmlformats.org/drawingml/2006/main" prst="roundRect">
            <a:avLst>
              <a:gd name="adj" fmla="val 23077"/>
            </a:avLst>
          </a:prstGeom>
          <a:solidFill xmlns:a="http://schemas.openxmlformats.org/drawingml/2006/main">
            <a:srgbClr val="0F0E0D"/>
          </a:solidFill>
          <a:ln xmlns:a="http://schemas.openxmlformats.org/drawingml/2006/main" w="9525">
            <a:solidFill>
              <a:srgbClr val="0F0E0D"/>
            </a:solidFill>
            <a:prstDash val="solid"/>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675E6CE9-803D-43BC-95DA-AEF678B50163}"/>
              </a:ext>
            </a:extLst>
          </p:cNvPr>
          <p:cNvSpPr>
            <a:spLocks xmlns:a="http://schemas.openxmlformats.org/drawingml/2006/main" noGrp="1"/>
          </p:cNvSpPr>
          <p:nvPr/>
        </p:nvSpPr>
        <p:spPr>
          <a:xfrm xmlns:a="http://schemas.openxmlformats.org/drawingml/2006/main">
            <a:off x="8058150" y="15811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975" b="0">
                <a:solidFill>
                  <a:srgbClr val="FEFDFC"/>
                </a:solidFill>
                <a:latin typeface="Arial"/>
                <a:ea typeface="Arial"/>
                <a:cs typeface="Arial"/>
              </a:defRPr>
            </a:pPr>
            <a:r>
              <a:rPr sz="975" b="0">
                <a:solidFill>
                  <a:srgbClr val="FEFDFC"/>
                </a:solidFill>
                <a:latin typeface="Arial"/>
                <a:ea typeface="Arial"/>
                <a:cs typeface="Arial"/>
              </a:rPr>
              <a:t>PRIME STATE</a:t>
            </a:r>
          </a:p>
        </p:txBody>
      </p:sp>
      <p:sp>
        <p:nvSpPr>
          <p:cNvPr id="8" name="">
            <a:extLst xmlns:a="http://schemas.openxmlformats.org/drawingml/2006/main">
              <a:ext uri="{FF2B5EF4-FFF2-40B4-BE49-F238E27FC236}">
                <a16:creationId xmlns:a16="http://schemas.microsoft.com/office/drawing/2014/main" id="{8A2E55D5-9B3F-4AB6-ADEB-F048B799CF24}"/>
              </a:ext>
            </a:extLst>
          </p:cNvPr>
          <p:cNvSpPr>
            <a:spLocks xmlns:a="http://schemas.openxmlformats.org/drawingml/2006/main" noGrp="1"/>
          </p:cNvSpPr>
          <p:nvPr/>
        </p:nvSpPr>
        <p:spPr>
          <a:xfrm xmlns:a="http://schemas.openxmlformats.org/drawingml/2006/main">
            <a:off x="7867650" y="223837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875" b="0">
                <a:solidFill>
                  <a:srgbClr val="0F0E0D"/>
                </a:solidFill>
                <a:latin typeface="Georgia"/>
                <a:ea typeface="Georgia"/>
                <a:cs typeface="Georgia"/>
              </a:defRPr>
            </a:pPr>
            <a:r>
              <a:rPr sz="1875" b="0">
                <a:solidFill>
                  <a:srgbClr val="0F0E0D"/>
                </a:solidFill>
                <a:latin typeface="Georgia"/>
                <a:ea typeface="Georgia"/>
                <a:cs typeface="Georgia"/>
              </a:rPr>
              <a:t>Workflow visibility</a:t>
            </a:r>
          </a:p>
        </p:txBody>
      </p:sp>
      <p:sp>
        <p:nvSpPr>
          <p:cNvPr id="9" name="">
            <a:extLst xmlns:a="http://schemas.openxmlformats.org/drawingml/2006/main">
              <a:ext uri="{FF2B5EF4-FFF2-40B4-BE49-F238E27FC236}">
                <a16:creationId xmlns:a16="http://schemas.microsoft.com/office/drawing/2014/main" id="{4A751BAB-A0F0-4220-B35A-CBBED4DDD3C2}"/>
              </a:ext>
            </a:extLst>
          </p:cNvPr>
          <p:cNvSpPr>
            <a:spLocks xmlns:a="http://schemas.openxmlformats.org/drawingml/2006/main" noGrp="1"/>
          </p:cNvSpPr>
          <p:nvPr/>
        </p:nvSpPr>
        <p:spPr>
          <a:xfrm xmlns:a="http://schemas.openxmlformats.org/drawingml/2006/main">
            <a:off x="7867650" y="27432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900" b="0">
                <a:solidFill>
                  <a:srgbClr val="6B6762"/>
                </a:solidFill>
                <a:latin typeface="Arial"/>
                <a:ea typeface="Arial"/>
                <a:cs typeface="Arial"/>
              </a:defRPr>
            </a:pPr>
            <a:r>
              <a:rPr sz="900" b="0">
                <a:solidFill>
                  <a:srgbClr val="6B6762"/>
                </a:solidFill>
                <a:latin typeface="Arial"/>
                <a:ea typeface="Arial"/>
                <a:cs typeface="Arial"/>
              </a:rPr>
              <a:t>ILLUSTRATIVE VIEW</a:t>
            </a:r>
          </a:p>
        </p:txBody>
      </p:sp>
      <p:sp>
        <p:nvSpPr>
          <p:cNvPr id="10" name="">
            <a:extLst xmlns:a="http://schemas.openxmlformats.org/drawingml/2006/main">
              <a:ext uri="{FF2B5EF4-FFF2-40B4-BE49-F238E27FC236}">
                <a16:creationId xmlns:a16="http://schemas.microsoft.com/office/drawing/2014/main" id="{47734ABA-2935-47F1-BD3D-1AD66A97AF4F}"/>
              </a:ext>
            </a:extLst>
          </p:cNvPr>
          <p:cNvSpPr>
            <a:spLocks xmlns:a="http://schemas.openxmlformats.org/drawingml/2006/main" noGrp="1"/>
          </p:cNvSpPr>
          <p:nvPr/>
        </p:nvSpPr>
        <p:spPr>
          <a:xfrm xmlns:a="http://schemas.openxmlformats.org/drawingml/2006/main">
            <a:off x="7848600" y="3048000"/>
            <a:ext cx="2647950" cy="9525"/>
          </a:xfrm>
          <a:prstGeom xmlns:a="http://schemas.openxmlformats.org/drawingml/2006/main" prst="rect">
            <a:avLst/>
          </a:prstGeom>
          <a:solidFill xmlns:a="http://schemas.openxmlformats.org/drawingml/2006/main">
            <a:srgbClr val="E0DDD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4FEDDA38-16B9-4C85-9400-5EE1E888F351}"/>
              </a:ext>
            </a:extLst>
          </p:cNvPr>
          <p:cNvSpPr>
            <a:spLocks xmlns:a="http://schemas.openxmlformats.org/drawingml/2006/main" noGrp="1"/>
          </p:cNvSpPr>
          <p:nvPr/>
        </p:nvSpPr>
        <p:spPr>
          <a:xfrm xmlns:a="http://schemas.openxmlformats.org/drawingml/2006/main">
            <a:off x="7867650" y="31432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200" b="0">
                <a:solidFill>
                  <a:srgbClr val="6B6762"/>
                </a:solidFill>
                <a:latin typeface="Arial"/>
                <a:ea typeface="Arial"/>
                <a:cs typeface="Arial"/>
              </a:defRPr>
            </a:pPr>
            <a:r>
              <a:rPr sz="1200" b="0">
                <a:solidFill>
                  <a:srgbClr val="6B6762"/>
                </a:solidFill>
                <a:latin typeface="Arial"/>
                <a:ea typeface="Arial"/>
                <a:cs typeface="Arial"/>
              </a:rPr>
              <a:t>Lead capture</a:t>
            </a:r>
          </a:p>
        </p:txBody>
      </p:sp>
      <p:sp>
        <p:nvSpPr>
          <p:cNvPr id="12" name="">
            <a:extLst xmlns:a="http://schemas.openxmlformats.org/drawingml/2006/main">
              <a:ext uri="{FF2B5EF4-FFF2-40B4-BE49-F238E27FC236}">
                <a16:creationId xmlns:a16="http://schemas.microsoft.com/office/drawing/2014/main" id="{E421EA78-18E9-4C9C-992C-14B633A2B717}"/>
              </a:ext>
            </a:extLst>
          </p:cNvPr>
          <p:cNvSpPr>
            <a:spLocks xmlns:a="http://schemas.openxmlformats.org/drawingml/2006/main" noGrp="1"/>
          </p:cNvSpPr>
          <p:nvPr/>
        </p:nvSpPr>
        <p:spPr>
          <a:xfrm xmlns:a="http://schemas.openxmlformats.org/drawingml/2006/main">
            <a:off x="9477375" y="31432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200" b="0">
                <a:solidFill>
                  <a:srgbClr val="526859"/>
                </a:solidFill>
                <a:latin typeface="Arial"/>
                <a:ea typeface="Arial"/>
                <a:cs typeface="Arial"/>
              </a:defRPr>
            </a:pPr>
            <a:r>
              <a:rPr sz="1200" b="0">
                <a:solidFill>
                  <a:srgbClr val="526859"/>
                </a:solidFill>
                <a:latin typeface="Arial"/>
                <a:ea typeface="Arial"/>
                <a:cs typeface="Arial"/>
              </a:rPr>
              <a:t>Recorded</a:t>
            </a:r>
          </a:p>
        </p:txBody>
      </p:sp>
      <p:sp>
        <p:nvSpPr>
          <p:cNvPr id="13" name="">
            <a:extLst xmlns:a="http://schemas.openxmlformats.org/drawingml/2006/main">
              <a:ext uri="{FF2B5EF4-FFF2-40B4-BE49-F238E27FC236}">
                <a16:creationId xmlns:a16="http://schemas.microsoft.com/office/drawing/2014/main" id="{7EB1BABF-5070-4763-86EB-FD903A6F87A7}"/>
              </a:ext>
            </a:extLst>
          </p:cNvPr>
          <p:cNvSpPr>
            <a:spLocks xmlns:a="http://schemas.openxmlformats.org/drawingml/2006/main" noGrp="1"/>
          </p:cNvSpPr>
          <p:nvPr/>
        </p:nvSpPr>
        <p:spPr>
          <a:xfrm xmlns:a="http://schemas.openxmlformats.org/drawingml/2006/main">
            <a:off x="7848600" y="3543300"/>
            <a:ext cx="2647950" cy="9525"/>
          </a:xfrm>
          <a:prstGeom xmlns:a="http://schemas.openxmlformats.org/drawingml/2006/main" prst="rect">
            <a:avLst/>
          </a:prstGeom>
          <a:solidFill xmlns:a="http://schemas.openxmlformats.org/drawingml/2006/main">
            <a:srgbClr val="E0DDD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4DF61744-F715-451F-9D2D-FBFA134B1D59}"/>
              </a:ext>
            </a:extLst>
          </p:cNvPr>
          <p:cNvSpPr>
            <a:spLocks xmlns:a="http://schemas.openxmlformats.org/drawingml/2006/main" noGrp="1"/>
          </p:cNvSpPr>
          <p:nvPr/>
        </p:nvSpPr>
        <p:spPr>
          <a:xfrm xmlns:a="http://schemas.openxmlformats.org/drawingml/2006/main">
            <a:off x="7867650" y="3638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200" b="0">
                <a:solidFill>
                  <a:srgbClr val="6B6762"/>
                </a:solidFill>
                <a:latin typeface="Arial"/>
                <a:ea typeface="Arial"/>
                <a:cs typeface="Arial"/>
              </a:defRPr>
            </a:pPr>
            <a:r>
              <a:rPr sz="1200" b="0">
                <a:solidFill>
                  <a:srgbClr val="6B6762"/>
                </a:solidFill>
                <a:latin typeface="Arial"/>
                <a:ea typeface="Arial"/>
                <a:cs typeface="Arial"/>
              </a:rPr>
              <a:t>Qualification</a:t>
            </a:r>
          </a:p>
        </p:txBody>
      </p:sp>
      <p:sp>
        <p:nvSpPr>
          <p:cNvPr id="15" name="">
            <a:extLst xmlns:a="http://schemas.openxmlformats.org/drawingml/2006/main">
              <a:ext uri="{FF2B5EF4-FFF2-40B4-BE49-F238E27FC236}">
                <a16:creationId xmlns:a16="http://schemas.microsoft.com/office/drawing/2014/main" id="{9CB7B537-34D2-44CC-A46D-425BD0FF5241}"/>
              </a:ext>
            </a:extLst>
          </p:cNvPr>
          <p:cNvSpPr>
            <a:spLocks xmlns:a="http://schemas.openxmlformats.org/drawingml/2006/main" noGrp="1"/>
          </p:cNvSpPr>
          <p:nvPr/>
        </p:nvSpPr>
        <p:spPr>
          <a:xfrm xmlns:a="http://schemas.openxmlformats.org/drawingml/2006/main">
            <a:off x="9477375" y="36385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200" b="0">
                <a:solidFill>
                  <a:srgbClr val="0F0E0D"/>
                </a:solidFill>
                <a:latin typeface="Arial"/>
                <a:ea typeface="Arial"/>
                <a:cs typeface="Arial"/>
              </a:defRPr>
            </a:pPr>
            <a:r>
              <a:rPr sz="1200" b="0">
                <a:solidFill>
                  <a:srgbClr val="0F0E0D"/>
                </a:solidFill>
                <a:latin typeface="Arial"/>
                <a:ea typeface="Arial"/>
                <a:cs typeface="Arial"/>
              </a:rPr>
              <a:t>Assigned</a:t>
            </a:r>
          </a:p>
        </p:txBody>
      </p:sp>
      <p:sp>
        <p:nvSpPr>
          <p:cNvPr id="16" name="">
            <a:extLst xmlns:a="http://schemas.openxmlformats.org/drawingml/2006/main">
              <a:ext uri="{FF2B5EF4-FFF2-40B4-BE49-F238E27FC236}">
                <a16:creationId xmlns:a16="http://schemas.microsoft.com/office/drawing/2014/main" id="{010CF9FF-5F9F-4287-BF87-499F798A2445}"/>
              </a:ext>
            </a:extLst>
          </p:cNvPr>
          <p:cNvSpPr>
            <a:spLocks xmlns:a="http://schemas.openxmlformats.org/drawingml/2006/main" noGrp="1"/>
          </p:cNvSpPr>
          <p:nvPr/>
        </p:nvSpPr>
        <p:spPr>
          <a:xfrm xmlns:a="http://schemas.openxmlformats.org/drawingml/2006/main">
            <a:off x="7848600" y="4038600"/>
            <a:ext cx="2647950" cy="9525"/>
          </a:xfrm>
          <a:prstGeom xmlns:a="http://schemas.openxmlformats.org/drawingml/2006/main" prst="rect">
            <a:avLst/>
          </a:prstGeom>
          <a:solidFill xmlns:a="http://schemas.openxmlformats.org/drawingml/2006/main">
            <a:srgbClr val="E0DDD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7" name="">
            <a:extLst xmlns:a="http://schemas.openxmlformats.org/drawingml/2006/main">
              <a:ext uri="{FF2B5EF4-FFF2-40B4-BE49-F238E27FC236}">
                <a16:creationId xmlns:a16="http://schemas.microsoft.com/office/drawing/2014/main" id="{5E5C1140-31DE-4120-80CA-2E1115086F64}"/>
              </a:ext>
            </a:extLst>
          </p:cNvPr>
          <p:cNvSpPr>
            <a:spLocks xmlns:a="http://schemas.openxmlformats.org/drawingml/2006/main" noGrp="1"/>
          </p:cNvSpPr>
          <p:nvPr/>
        </p:nvSpPr>
        <p:spPr>
          <a:xfrm xmlns:a="http://schemas.openxmlformats.org/drawingml/2006/main">
            <a:off x="7867650" y="413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200" b="0">
                <a:solidFill>
                  <a:srgbClr val="6B6762"/>
                </a:solidFill>
                <a:latin typeface="Arial"/>
                <a:ea typeface="Arial"/>
                <a:cs typeface="Arial"/>
              </a:defRPr>
            </a:pPr>
            <a:r>
              <a:rPr sz="1200" b="0">
                <a:solidFill>
                  <a:srgbClr val="6B6762"/>
                </a:solidFill>
                <a:latin typeface="Arial"/>
                <a:ea typeface="Arial"/>
                <a:cs typeface="Arial"/>
              </a:rPr>
              <a:t>Follow-up</a:t>
            </a:r>
          </a:p>
        </p:txBody>
      </p:sp>
      <p:sp>
        <p:nvSpPr>
          <p:cNvPr id="18" name="">
            <a:extLst xmlns:a="http://schemas.openxmlformats.org/drawingml/2006/main">
              <a:ext uri="{FF2B5EF4-FFF2-40B4-BE49-F238E27FC236}">
                <a16:creationId xmlns:a16="http://schemas.microsoft.com/office/drawing/2014/main" id="{A30497FF-5FF9-438F-827D-DB1AB29F8765}"/>
              </a:ext>
            </a:extLst>
          </p:cNvPr>
          <p:cNvSpPr>
            <a:spLocks xmlns:a="http://schemas.openxmlformats.org/drawingml/2006/main" noGrp="1"/>
          </p:cNvSpPr>
          <p:nvPr/>
        </p:nvSpPr>
        <p:spPr>
          <a:xfrm xmlns:a="http://schemas.openxmlformats.org/drawingml/2006/main">
            <a:off x="9477375" y="41338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200" b="0">
                <a:solidFill>
                  <a:srgbClr val="986A45"/>
                </a:solidFill>
                <a:latin typeface="Arial"/>
                <a:ea typeface="Arial"/>
                <a:cs typeface="Arial"/>
              </a:defRPr>
            </a:pPr>
            <a:r>
              <a:rPr sz="1200" b="0">
                <a:solidFill>
                  <a:srgbClr val="986A45"/>
                </a:solidFill>
                <a:latin typeface="Arial"/>
                <a:ea typeface="Arial"/>
                <a:cs typeface="Arial"/>
              </a:rPr>
              <a:t>Review</a:t>
            </a:r>
          </a:p>
        </p:txBody>
      </p:sp>
      <p:sp>
        <p:nvSpPr>
          <p:cNvPr id="19" name="">
            <a:extLst xmlns:a="http://schemas.openxmlformats.org/drawingml/2006/main">
              <a:ext uri="{FF2B5EF4-FFF2-40B4-BE49-F238E27FC236}">
                <a16:creationId xmlns:a16="http://schemas.microsoft.com/office/drawing/2014/main" id="{06661EED-0925-4742-8678-9E7BE668F2D8}"/>
              </a:ext>
            </a:extLst>
          </p:cNvPr>
          <p:cNvSpPr>
            <a:spLocks xmlns:a="http://schemas.openxmlformats.org/drawingml/2006/main" noGrp="1"/>
          </p:cNvSpPr>
          <p:nvPr/>
        </p:nvSpPr>
        <p:spPr>
          <a:xfrm xmlns:a="http://schemas.openxmlformats.org/drawingml/2006/main">
            <a:off x="723900" y="60198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900" b="0">
                <a:solidFill>
                  <a:srgbClr val="6B6762"/>
                </a:solidFill>
                <a:latin typeface="Arial"/>
                <a:ea typeface="Arial"/>
                <a:cs typeface="Arial"/>
              </a:defRPr>
            </a:pPr>
            <a:r>
              <a:rPr sz="900" b="0">
                <a:solidFill>
                  <a:srgbClr val="6B6762"/>
                </a:solidFill>
                <a:latin typeface="Arial"/>
                <a:ea typeface="Arial"/>
                <a:cs typeface="Arial"/>
              </a:rPr>
              <a:t>PREPRODUCTION PREVIEW  /  SEPTEMBER 2026</a:t>
            </a:r>
          </a:p>
        </p:txBody>
      </p:sp>
    </p:spTree>
    <p:extLst>
      <p:ext uri="{BB962C8B-B14F-4D97-AF65-F5344CB8AC3E}">
        <p14:creationId xmlns:p14="http://schemas.microsoft.com/office/powerpoint/2010/main" val="1901070533"/>
      </p:ext>
    </p:extLst>
  </p:cSld>
</p:sld>
</file>

<file path=ppt/slides/slide2.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36" name="brand">
            <a:extLst xmlns:a="http://schemas.openxmlformats.org/drawingml/2006/main">
              <a:ext uri="{FF2B5EF4-FFF2-40B4-BE49-F238E27FC236}">
                <a16:creationId xmlns:a16="http://schemas.microsoft.com/office/drawing/2014/main" id="{7B9A8572-5BAD-4369-A615-1557E3B4E268}"/>
              </a:ext>
            </a:extLst>
          </p:cNvPr>
          <p:cNvSpPr>
            <a:spLocks xmlns:a="http://schemas.openxmlformats.org/drawingml/2006/main" noGrp="1"/>
          </p:cNvSpPr>
          <p:nvPr/>
        </p:nvSpPr>
        <p:spPr>
          <a:xfrm xmlns:a="http://schemas.openxmlformats.org/drawingml/2006/main">
            <a:off x="685800" y="3429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6762"/>
                </a:solidFill>
                <a:latin typeface="Arial"/>
                <a:ea typeface="Arial"/>
                <a:cs typeface="Arial"/>
              </a:defRPr>
            </a:pPr>
            <a:r>
              <a:rPr sz="975" b="0">
                <a:solidFill>
                  <a:srgbClr val="6B6762"/>
                </a:solidFill>
                <a:latin typeface="Arial"/>
                <a:ea typeface="Arial"/>
                <a:cs typeface="Arial"/>
              </a:rPr>
              <a:t>PRIME STATE SYSTEMS</a:t>
            </a:r>
          </a:p>
        </p:txBody>
      </p:sp>
      <p:sp>
        <p:nvSpPr>
          <p:cNvPr id="2" name="page">
            <a:extLst xmlns:a="http://schemas.openxmlformats.org/drawingml/2006/main">
              <a:ext uri="{FF2B5EF4-FFF2-40B4-BE49-F238E27FC236}">
                <a16:creationId xmlns:a16="http://schemas.microsoft.com/office/drawing/2014/main" id="{4B951139-C0E8-46CA-A33A-47D968A9F32A}"/>
              </a:ext>
            </a:extLst>
          </p:cNvPr>
          <p:cNvSpPr>
            <a:spLocks xmlns:a="http://schemas.openxmlformats.org/drawingml/2006/main" noGrp="1"/>
          </p:cNvSpPr>
          <p:nvPr/>
        </p:nvSpPr>
        <p:spPr>
          <a:xfrm xmlns:a="http://schemas.openxmlformats.org/drawingml/2006/main">
            <a:off x="10953750" y="34290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6762"/>
                </a:solidFill>
                <a:latin typeface="Arial"/>
                <a:ea typeface="Arial"/>
                <a:cs typeface="Arial"/>
              </a:defRPr>
            </a:pPr>
            <a:r>
              <a:rPr sz="975" b="0">
                <a:solidFill>
                  <a:srgbClr val="6B6762"/>
                </a:solidFill>
                <a:latin typeface="Arial"/>
                <a:ea typeface="Arial"/>
                <a:cs typeface="Arial"/>
              </a:rPr>
              <a:t>02</a:t>
            </a:r>
          </a:p>
        </p:txBody>
      </p:sp>
      <p:sp>
        <p:nvSpPr>
          <p:cNvPr id="3" name="label">
            <a:extLst xmlns:a="http://schemas.openxmlformats.org/drawingml/2006/main">
              <a:ext uri="{FF2B5EF4-FFF2-40B4-BE49-F238E27FC236}">
                <a16:creationId xmlns:a16="http://schemas.microsoft.com/office/drawing/2014/main" id="{26288672-A637-4353-9F09-67F8F21C0BBF}"/>
              </a:ext>
            </a:extLst>
          </p:cNvPr>
          <p:cNvSpPr>
            <a:spLocks xmlns:a="http://schemas.openxmlformats.org/drawingml/2006/main" noGrp="1"/>
          </p:cNvSpPr>
          <p:nvPr/>
        </p:nvSpPr>
        <p:spPr>
          <a:xfrm xmlns:a="http://schemas.openxmlformats.org/drawingml/2006/main">
            <a:off x="685800" y="9334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859"/>
                </a:solidFill>
                <a:latin typeface="Arial"/>
                <a:ea typeface="Arial"/>
                <a:cs typeface="Arial"/>
              </a:defRPr>
            </a:pPr>
            <a:r>
              <a:rPr sz="975" b="0">
                <a:solidFill>
                  <a:srgbClr val="526859"/>
                </a:solidFill>
                <a:latin typeface="Arial"/>
                <a:ea typeface="Arial"/>
                <a:cs typeface="Arial"/>
              </a:rPr>
              <a:t>PROPOSED CLIENT JOURNEY</a:t>
            </a:r>
          </a:p>
        </p:txBody>
      </p:sp>
      <p:sp>
        <p:nvSpPr>
          <p:cNvPr id="4" name="title">
            <a:extLst xmlns:a="http://schemas.openxmlformats.org/drawingml/2006/main">
              <a:ext uri="{FF2B5EF4-FFF2-40B4-BE49-F238E27FC236}">
                <a16:creationId xmlns:a16="http://schemas.microsoft.com/office/drawing/2014/main" id="{9A9D891D-AC2A-462A-8A28-92F2A9029118}"/>
              </a:ext>
            </a:extLst>
          </p:cNvPr>
          <p:cNvSpPr>
            <a:spLocks xmlns:a="http://schemas.openxmlformats.org/drawingml/2006/main" noGrp="1"/>
          </p:cNvSpPr>
          <p:nvPr/>
        </p:nvSpPr>
        <p:spPr>
          <a:xfrm xmlns:a="http://schemas.openxmlformats.org/drawingml/2006/main">
            <a:off x="685800" y="12954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0F0E0D"/>
                </a:solidFill>
                <a:latin typeface="Georgia"/>
                <a:ea typeface="Georgia"/>
                <a:cs typeface="Georgia"/>
              </a:defRPr>
            </a:pPr>
            <a:r>
              <a:rPr sz="3225" b="0">
                <a:solidFill>
                  <a:srgbClr val="0F0E0D"/>
                </a:solidFill>
                <a:latin typeface="Georgia"/>
                <a:ea typeface="Georgia"/>
                <a:cs typeface="Georgia"/>
              </a:rPr>
              <a:t>A defined process for every new client</a:t>
            </a:r>
          </a:p>
        </p:txBody>
      </p:sp>
      <p:sp>
        <p:nvSpPr>
          <p:cNvPr id="5" name="subtitle">
            <a:extLst xmlns:a="http://schemas.openxmlformats.org/drawingml/2006/main">
              <a:ext uri="{FF2B5EF4-FFF2-40B4-BE49-F238E27FC236}">
                <a16:creationId xmlns:a16="http://schemas.microsoft.com/office/drawing/2014/main" id="{DA4102B6-66EC-4F09-8AAE-A9AE362240B1}"/>
              </a:ext>
            </a:extLst>
          </p:cNvPr>
          <p:cNvSpPr>
            <a:spLocks xmlns:a="http://schemas.openxmlformats.org/drawingml/2006/main" noGrp="1"/>
          </p:cNvSpPr>
          <p:nvPr/>
        </p:nvSpPr>
        <p:spPr>
          <a:xfrm xmlns:a="http://schemas.openxmlformats.org/drawingml/2006/main">
            <a:off x="685800" y="1952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B6762"/>
                </a:solidFill>
                <a:latin typeface="Arial"/>
                <a:ea typeface="Arial"/>
                <a:cs typeface="Arial"/>
              </a:defRPr>
            </a:pPr>
            <a:r>
              <a:rPr sz="1575" b="0">
                <a:solidFill>
                  <a:srgbClr val="6B6762"/>
                </a:solidFill>
                <a:latin typeface="Arial"/>
                <a:ea typeface="Arial"/>
                <a:cs typeface="Arial"/>
              </a:rPr>
              <a:t>From the first conversation to managed automation</a:t>
            </a:r>
          </a:p>
        </p:txBody>
      </p:sp>
      <p:sp>
        <p:nvSpPr>
          <p:cNvPr id="6" name="stage-01">
            <a:extLst xmlns:a="http://schemas.openxmlformats.org/drawingml/2006/main">
              <a:ext uri="{FF2B5EF4-FFF2-40B4-BE49-F238E27FC236}">
                <a16:creationId xmlns:a16="http://schemas.microsoft.com/office/drawing/2014/main" id="{485EE7C2-09D4-4E02-A582-1441071952F8}"/>
              </a:ext>
            </a:extLst>
          </p:cNvPr>
          <p:cNvSpPr>
            <a:spLocks xmlns:a="http://schemas.openxmlformats.org/drawingml/2006/main" noGrp="1"/>
          </p:cNvSpPr>
          <p:nvPr/>
        </p:nvSpPr>
        <p:spPr>
          <a:xfrm xmlns:a="http://schemas.openxmlformats.org/drawingml/2006/main">
            <a:off x="685800" y="2609850"/>
            <a:ext cx="3200400" cy="1314450"/>
          </a:xfrm>
          <a:prstGeom xmlns:a="http://schemas.openxmlformats.org/drawingml/2006/main" prst="rect">
            <a:avLst/>
          </a:prstGeom>
          <a:solidFill xmlns:a="http://schemas.openxmlformats.org/drawingml/2006/main">
            <a:srgbClr val="F2F0ED"/>
          </a:solidFill>
          <a:ln xmlns:a="http://schemas.openxmlformats.org/drawingml/2006/main" w="9525">
            <a:solidFill>
              <a:srgbClr val="E0DDDA"/>
            </a:solidFill>
          </a:ln>
        </p:spPr>
      </p:sp>
      <p:sp>
        <p:nvSpPr>
          <p:cNvPr id="7" name="number-01">
            <a:extLst xmlns:a="http://schemas.openxmlformats.org/drawingml/2006/main">
              <a:ext uri="{FF2B5EF4-FFF2-40B4-BE49-F238E27FC236}">
                <a16:creationId xmlns:a16="http://schemas.microsoft.com/office/drawing/2014/main" id="{9A8C9EA3-9521-486C-A023-34772B777C50}"/>
              </a:ext>
            </a:extLst>
          </p:cNvPr>
          <p:cNvSpPr>
            <a:spLocks xmlns:a="http://schemas.openxmlformats.org/drawingml/2006/main" noGrp="1"/>
          </p:cNvSpPr>
          <p:nvPr/>
        </p:nvSpPr>
        <p:spPr>
          <a:xfrm xmlns:a="http://schemas.openxmlformats.org/drawingml/2006/main">
            <a:off x="838200" y="27241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859"/>
                </a:solidFill>
                <a:latin typeface="Arial"/>
                <a:ea typeface="Arial"/>
                <a:cs typeface="Arial"/>
              </a:defRPr>
            </a:pPr>
            <a:r>
              <a:rPr sz="975" b="0">
                <a:solidFill>
                  <a:srgbClr val="526859"/>
                </a:solidFill>
                <a:latin typeface="Arial"/>
                <a:ea typeface="Arial"/>
                <a:cs typeface="Arial"/>
              </a:rPr>
              <a:t>01</a:t>
            </a:r>
          </a:p>
        </p:txBody>
      </p:sp>
      <p:sp>
        <p:nvSpPr>
          <p:cNvPr id="8" name="stage-title-01">
            <a:extLst xmlns:a="http://schemas.openxmlformats.org/drawingml/2006/main">
              <a:ext uri="{FF2B5EF4-FFF2-40B4-BE49-F238E27FC236}">
                <a16:creationId xmlns:a16="http://schemas.microsoft.com/office/drawing/2014/main" id="{9920BA14-BA7E-4757-8B59-7C8F0A34CFB4}"/>
              </a:ext>
            </a:extLst>
          </p:cNvPr>
          <p:cNvSpPr>
            <a:spLocks xmlns:a="http://schemas.openxmlformats.org/drawingml/2006/main" noGrp="1"/>
          </p:cNvSpPr>
          <p:nvPr/>
        </p:nvSpPr>
        <p:spPr>
          <a:xfrm xmlns:a="http://schemas.openxmlformats.org/drawingml/2006/main">
            <a:off x="838200" y="2981325"/>
            <a:ext cx="2943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F0E0D"/>
                </a:solidFill>
                <a:latin typeface="Georgia"/>
                <a:ea typeface="Georgia"/>
                <a:cs typeface="Georgia"/>
              </a:defRPr>
            </a:pPr>
            <a:r>
              <a:rPr sz="1950" b="0">
                <a:solidFill>
                  <a:srgbClr val="0F0E0D"/>
                </a:solidFill>
                <a:latin typeface="Georgia"/>
                <a:ea typeface="Georgia"/>
                <a:cs typeface="Georgia"/>
              </a:rPr>
              <a:t>Initial conversation</a:t>
            </a:r>
          </a:p>
        </p:txBody>
      </p:sp>
      <p:sp>
        <p:nvSpPr>
          <p:cNvPr id="9" name="stage-body-01">
            <a:extLst xmlns:a="http://schemas.openxmlformats.org/drawingml/2006/main">
              <a:ext uri="{FF2B5EF4-FFF2-40B4-BE49-F238E27FC236}">
                <a16:creationId xmlns:a16="http://schemas.microsoft.com/office/drawing/2014/main" id="{78DFFFBE-78FD-4EC5-AA86-0C42BA01A754}"/>
              </a:ext>
            </a:extLst>
          </p:cNvPr>
          <p:cNvSpPr>
            <a:spLocks xmlns:a="http://schemas.openxmlformats.org/drawingml/2006/main" noGrp="1"/>
          </p:cNvSpPr>
          <p:nvPr/>
        </p:nvSpPr>
        <p:spPr>
          <a:xfrm xmlns:a="http://schemas.openxmlformats.org/drawingml/2006/main">
            <a:off x="838200" y="3400425"/>
            <a:ext cx="297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B6762"/>
                </a:solidFill>
                <a:latin typeface="Arial"/>
                <a:ea typeface="Arial"/>
                <a:cs typeface="Arial"/>
              </a:defRPr>
            </a:pPr>
            <a:r>
              <a:rPr sz="1350" b="0">
                <a:solidFill>
                  <a:srgbClr val="6B6762"/>
                </a:solidFill>
                <a:latin typeface="Arial"/>
                <a:ea typeface="Arial"/>
                <a:cs typeface="Arial"/>
              </a:rPr>
              <a:t>Understand the business, priorities</a:t>
            </a:r>
          </a:p>
          <a:p xmlns:a="http://schemas.openxmlformats.org/drawingml/2006/main">
            <a:pPr>
              <a:defRPr sz="1350" b="0">
                <a:solidFill>
                  <a:srgbClr val="6B6762"/>
                </a:solidFill>
                <a:latin typeface="Arial"/>
                <a:ea typeface="Arial"/>
                <a:cs typeface="Arial"/>
              </a:defRPr>
            </a:pPr>
            <a:r>
              <a:rPr sz="1350" b="0">
                <a:solidFill>
                  <a:srgbClr val="6B6762"/>
                </a:solidFill>
                <a:latin typeface="Arial"/>
                <a:ea typeface="Arial"/>
                <a:cs typeface="Arial"/>
              </a:rPr>
              <a:t>and operational bottlenecks.</a:t>
            </a:r>
          </a:p>
        </p:txBody>
      </p:sp>
      <p:sp>
        <p:nvSpPr>
          <p:cNvPr id="10" name="stage-02">
            <a:extLst xmlns:a="http://schemas.openxmlformats.org/drawingml/2006/main">
              <a:ext uri="{FF2B5EF4-FFF2-40B4-BE49-F238E27FC236}">
                <a16:creationId xmlns:a16="http://schemas.microsoft.com/office/drawing/2014/main" id="{E11E631F-D325-4ABC-8773-637519400EAB}"/>
              </a:ext>
            </a:extLst>
          </p:cNvPr>
          <p:cNvSpPr>
            <a:spLocks xmlns:a="http://schemas.openxmlformats.org/drawingml/2006/main" noGrp="1"/>
          </p:cNvSpPr>
          <p:nvPr/>
        </p:nvSpPr>
        <p:spPr>
          <a:xfrm xmlns:a="http://schemas.openxmlformats.org/drawingml/2006/main">
            <a:off x="4495800" y="2609850"/>
            <a:ext cx="3200400" cy="1314450"/>
          </a:xfrm>
          <a:prstGeom xmlns:a="http://schemas.openxmlformats.org/drawingml/2006/main" prst="rect">
            <a:avLst/>
          </a:prstGeom>
          <a:solidFill xmlns:a="http://schemas.openxmlformats.org/drawingml/2006/main">
            <a:srgbClr val="F2F0ED"/>
          </a:solidFill>
          <a:ln xmlns:a="http://schemas.openxmlformats.org/drawingml/2006/main" w="9525">
            <a:solidFill>
              <a:srgbClr val="E0DDDA"/>
            </a:solidFill>
          </a:ln>
        </p:spPr>
      </p:sp>
      <p:sp>
        <p:nvSpPr>
          <p:cNvPr id="11" name="number-02">
            <a:extLst xmlns:a="http://schemas.openxmlformats.org/drawingml/2006/main">
              <a:ext uri="{FF2B5EF4-FFF2-40B4-BE49-F238E27FC236}">
                <a16:creationId xmlns:a16="http://schemas.microsoft.com/office/drawing/2014/main" id="{5366E0D4-ACF1-48BD-8DFC-D09AA11746E2}"/>
              </a:ext>
            </a:extLst>
          </p:cNvPr>
          <p:cNvSpPr>
            <a:spLocks xmlns:a="http://schemas.openxmlformats.org/drawingml/2006/main" noGrp="1"/>
          </p:cNvSpPr>
          <p:nvPr/>
        </p:nvSpPr>
        <p:spPr>
          <a:xfrm xmlns:a="http://schemas.openxmlformats.org/drawingml/2006/main">
            <a:off x="4648200" y="27241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859"/>
                </a:solidFill>
                <a:latin typeface="Arial"/>
                <a:ea typeface="Arial"/>
                <a:cs typeface="Arial"/>
              </a:defRPr>
            </a:pPr>
            <a:r>
              <a:rPr sz="975" b="0">
                <a:solidFill>
                  <a:srgbClr val="526859"/>
                </a:solidFill>
                <a:latin typeface="Arial"/>
                <a:ea typeface="Arial"/>
                <a:cs typeface="Arial"/>
              </a:rPr>
              <a:t>02</a:t>
            </a:r>
          </a:p>
        </p:txBody>
      </p:sp>
      <p:sp>
        <p:nvSpPr>
          <p:cNvPr id="12" name="stage-title-02">
            <a:extLst xmlns:a="http://schemas.openxmlformats.org/drawingml/2006/main">
              <a:ext uri="{FF2B5EF4-FFF2-40B4-BE49-F238E27FC236}">
                <a16:creationId xmlns:a16="http://schemas.microsoft.com/office/drawing/2014/main" id="{5DB86CFE-6192-4055-9F82-58EC759E54AC}"/>
              </a:ext>
            </a:extLst>
          </p:cNvPr>
          <p:cNvSpPr>
            <a:spLocks xmlns:a="http://schemas.openxmlformats.org/drawingml/2006/main" noGrp="1"/>
          </p:cNvSpPr>
          <p:nvPr/>
        </p:nvSpPr>
        <p:spPr>
          <a:xfrm xmlns:a="http://schemas.openxmlformats.org/drawingml/2006/main">
            <a:off x="4648200" y="2981325"/>
            <a:ext cx="2943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F0E0D"/>
                </a:solidFill>
                <a:latin typeface="Georgia"/>
                <a:ea typeface="Georgia"/>
                <a:cs typeface="Georgia"/>
              </a:defRPr>
            </a:pPr>
            <a:r>
              <a:rPr sz="1950" b="0">
                <a:solidFill>
                  <a:srgbClr val="0F0E0D"/>
                </a:solidFill>
                <a:latin typeface="Georgia"/>
                <a:ea typeface="Georgia"/>
                <a:cs typeface="Georgia"/>
              </a:rPr>
              <a:t>Process &amp; scope</a:t>
            </a:r>
          </a:p>
        </p:txBody>
      </p:sp>
      <p:sp>
        <p:nvSpPr>
          <p:cNvPr id="13" name="stage-body-02">
            <a:extLst xmlns:a="http://schemas.openxmlformats.org/drawingml/2006/main">
              <a:ext uri="{FF2B5EF4-FFF2-40B4-BE49-F238E27FC236}">
                <a16:creationId xmlns:a16="http://schemas.microsoft.com/office/drawing/2014/main" id="{4232EA26-9EFD-4418-98F9-FBB2ABF685A4}"/>
              </a:ext>
            </a:extLst>
          </p:cNvPr>
          <p:cNvSpPr>
            <a:spLocks xmlns:a="http://schemas.openxmlformats.org/drawingml/2006/main" noGrp="1"/>
          </p:cNvSpPr>
          <p:nvPr/>
        </p:nvSpPr>
        <p:spPr>
          <a:xfrm xmlns:a="http://schemas.openxmlformats.org/drawingml/2006/main">
            <a:off x="4648200" y="3400425"/>
            <a:ext cx="297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B6762"/>
                </a:solidFill>
                <a:latin typeface="Arial"/>
                <a:ea typeface="Arial"/>
                <a:cs typeface="Arial"/>
              </a:defRPr>
            </a:pPr>
            <a:r>
              <a:rPr sz="1350" b="0">
                <a:solidFill>
                  <a:srgbClr val="6B6762"/>
                </a:solidFill>
                <a:latin typeface="Arial"/>
                <a:ea typeface="Arial"/>
                <a:cs typeface="Arial"/>
              </a:rPr>
              <a:t>Map the workflow and agree</a:t>
            </a:r>
          </a:p>
          <a:p xmlns:a="http://schemas.openxmlformats.org/drawingml/2006/main">
            <a:pPr>
              <a:defRPr sz="1350" b="0">
                <a:solidFill>
                  <a:srgbClr val="6B6762"/>
                </a:solidFill>
                <a:latin typeface="Arial"/>
                <a:ea typeface="Arial"/>
                <a:cs typeface="Arial"/>
              </a:defRPr>
            </a:pPr>
            <a:r>
              <a:rPr sz="1350" b="0">
                <a:solidFill>
                  <a:srgbClr val="6B6762"/>
                </a:solidFill>
                <a:latin typeface="Arial"/>
                <a:ea typeface="Arial"/>
                <a:cs typeface="Arial"/>
              </a:rPr>
              <a:t>ownership and success criteria.</a:t>
            </a:r>
          </a:p>
        </p:txBody>
      </p:sp>
      <p:sp>
        <p:nvSpPr>
          <p:cNvPr id="14" name="stage-03">
            <a:extLst xmlns:a="http://schemas.openxmlformats.org/drawingml/2006/main">
              <a:ext uri="{FF2B5EF4-FFF2-40B4-BE49-F238E27FC236}">
                <a16:creationId xmlns:a16="http://schemas.microsoft.com/office/drawing/2014/main" id="{5D246DCE-D855-4666-95FC-E3CA1478103E}"/>
              </a:ext>
            </a:extLst>
          </p:cNvPr>
          <p:cNvSpPr>
            <a:spLocks xmlns:a="http://schemas.openxmlformats.org/drawingml/2006/main" noGrp="1"/>
          </p:cNvSpPr>
          <p:nvPr/>
        </p:nvSpPr>
        <p:spPr>
          <a:xfrm xmlns:a="http://schemas.openxmlformats.org/drawingml/2006/main">
            <a:off x="8305800" y="2609850"/>
            <a:ext cx="3200400" cy="1314450"/>
          </a:xfrm>
          <a:prstGeom xmlns:a="http://schemas.openxmlformats.org/drawingml/2006/main" prst="rect">
            <a:avLst/>
          </a:prstGeom>
          <a:solidFill xmlns:a="http://schemas.openxmlformats.org/drawingml/2006/main">
            <a:srgbClr val="F2F0ED"/>
          </a:solidFill>
          <a:ln xmlns:a="http://schemas.openxmlformats.org/drawingml/2006/main" w="9525">
            <a:solidFill>
              <a:srgbClr val="E0DDDA"/>
            </a:solidFill>
          </a:ln>
        </p:spPr>
      </p:sp>
      <p:sp>
        <p:nvSpPr>
          <p:cNvPr id="15" name="number-03">
            <a:extLst xmlns:a="http://schemas.openxmlformats.org/drawingml/2006/main">
              <a:ext uri="{FF2B5EF4-FFF2-40B4-BE49-F238E27FC236}">
                <a16:creationId xmlns:a16="http://schemas.microsoft.com/office/drawing/2014/main" id="{482ED925-AE54-40DE-BEC1-C0F551AFC420}"/>
              </a:ext>
            </a:extLst>
          </p:cNvPr>
          <p:cNvSpPr>
            <a:spLocks xmlns:a="http://schemas.openxmlformats.org/drawingml/2006/main" noGrp="1"/>
          </p:cNvSpPr>
          <p:nvPr/>
        </p:nvSpPr>
        <p:spPr>
          <a:xfrm xmlns:a="http://schemas.openxmlformats.org/drawingml/2006/main">
            <a:off x="8458200" y="27241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859"/>
                </a:solidFill>
                <a:latin typeface="Arial"/>
                <a:ea typeface="Arial"/>
                <a:cs typeface="Arial"/>
              </a:defRPr>
            </a:pPr>
            <a:r>
              <a:rPr sz="975" b="0">
                <a:solidFill>
                  <a:srgbClr val="526859"/>
                </a:solidFill>
                <a:latin typeface="Arial"/>
                <a:ea typeface="Arial"/>
                <a:cs typeface="Arial"/>
              </a:rPr>
              <a:t>03</a:t>
            </a:r>
          </a:p>
        </p:txBody>
      </p:sp>
      <p:sp>
        <p:nvSpPr>
          <p:cNvPr id="16" name="stage-title-03">
            <a:extLst xmlns:a="http://schemas.openxmlformats.org/drawingml/2006/main">
              <a:ext uri="{FF2B5EF4-FFF2-40B4-BE49-F238E27FC236}">
                <a16:creationId xmlns:a16="http://schemas.microsoft.com/office/drawing/2014/main" id="{3B004CB0-35CE-4B6D-94BA-D5182C9B946C}"/>
              </a:ext>
            </a:extLst>
          </p:cNvPr>
          <p:cNvSpPr>
            <a:spLocks xmlns:a="http://schemas.openxmlformats.org/drawingml/2006/main" noGrp="1"/>
          </p:cNvSpPr>
          <p:nvPr/>
        </p:nvSpPr>
        <p:spPr>
          <a:xfrm xmlns:a="http://schemas.openxmlformats.org/drawingml/2006/main">
            <a:off x="8458200" y="2981325"/>
            <a:ext cx="2943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F0E0D"/>
                </a:solidFill>
                <a:latin typeface="Georgia"/>
                <a:ea typeface="Georgia"/>
                <a:cs typeface="Georgia"/>
              </a:defRPr>
            </a:pPr>
            <a:r>
              <a:rPr sz="1950" b="0">
                <a:solidFill>
                  <a:srgbClr val="0F0E0D"/>
                </a:solidFill>
                <a:latin typeface="Georgia"/>
                <a:ea typeface="Georgia"/>
                <a:cs typeface="Georgia"/>
              </a:rPr>
              <a:t>Client onboarding</a:t>
            </a:r>
          </a:p>
        </p:txBody>
      </p:sp>
      <p:sp>
        <p:nvSpPr>
          <p:cNvPr id="17" name="stage-body-03">
            <a:extLst xmlns:a="http://schemas.openxmlformats.org/drawingml/2006/main">
              <a:ext uri="{FF2B5EF4-FFF2-40B4-BE49-F238E27FC236}">
                <a16:creationId xmlns:a16="http://schemas.microsoft.com/office/drawing/2014/main" id="{B2D09F46-1C22-48C9-BFF5-75FF66E2C876}"/>
              </a:ext>
            </a:extLst>
          </p:cNvPr>
          <p:cNvSpPr>
            <a:spLocks xmlns:a="http://schemas.openxmlformats.org/drawingml/2006/main" noGrp="1"/>
          </p:cNvSpPr>
          <p:nvPr/>
        </p:nvSpPr>
        <p:spPr>
          <a:xfrm xmlns:a="http://schemas.openxmlformats.org/drawingml/2006/main">
            <a:off x="8458200" y="3400425"/>
            <a:ext cx="297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B6762"/>
                </a:solidFill>
                <a:latin typeface="Arial"/>
                <a:ea typeface="Arial"/>
                <a:cs typeface="Arial"/>
              </a:defRPr>
            </a:pPr>
            <a:r>
              <a:rPr sz="1350" b="0">
                <a:solidFill>
                  <a:srgbClr val="6B6762"/>
                </a:solidFill>
                <a:latin typeface="Arial"/>
                <a:ea typeface="Arial"/>
                <a:cs typeface="Arial"/>
              </a:rPr>
              <a:t>Set up access, connect systems</a:t>
            </a:r>
          </a:p>
          <a:p xmlns:a="http://schemas.openxmlformats.org/drawingml/2006/main">
            <a:pPr>
              <a:defRPr sz="1350" b="0">
                <a:solidFill>
                  <a:srgbClr val="6B6762"/>
                </a:solidFill>
                <a:latin typeface="Arial"/>
                <a:ea typeface="Arial"/>
                <a:cs typeface="Arial"/>
              </a:defRPr>
            </a:pPr>
            <a:r>
              <a:rPr sz="1350" b="0">
                <a:solidFill>
                  <a:srgbClr val="6B6762"/>
                </a:solidFill>
                <a:latin typeface="Arial"/>
                <a:ea typeface="Arial"/>
                <a:cs typeface="Arial"/>
              </a:rPr>
              <a:t>and confirm the required data.</a:t>
            </a:r>
          </a:p>
        </p:txBody>
      </p:sp>
      <p:sp>
        <p:nvSpPr>
          <p:cNvPr id="18" name="stage-04">
            <a:extLst xmlns:a="http://schemas.openxmlformats.org/drawingml/2006/main">
              <a:ext uri="{FF2B5EF4-FFF2-40B4-BE49-F238E27FC236}">
                <a16:creationId xmlns:a16="http://schemas.microsoft.com/office/drawing/2014/main" id="{CA412E57-576B-4C42-AC48-9BB7321BEA17}"/>
              </a:ext>
            </a:extLst>
          </p:cNvPr>
          <p:cNvSpPr>
            <a:spLocks xmlns:a="http://schemas.openxmlformats.org/drawingml/2006/main" noGrp="1"/>
          </p:cNvSpPr>
          <p:nvPr/>
        </p:nvSpPr>
        <p:spPr>
          <a:xfrm xmlns:a="http://schemas.openxmlformats.org/drawingml/2006/main">
            <a:off x="8305800" y="4429125"/>
            <a:ext cx="3200400" cy="1314450"/>
          </a:xfrm>
          <a:prstGeom xmlns:a="http://schemas.openxmlformats.org/drawingml/2006/main" prst="rect">
            <a:avLst/>
          </a:prstGeom>
          <a:solidFill xmlns:a="http://schemas.openxmlformats.org/drawingml/2006/main">
            <a:srgbClr val="F2F0ED"/>
          </a:solidFill>
          <a:ln xmlns:a="http://schemas.openxmlformats.org/drawingml/2006/main" w="9525">
            <a:solidFill>
              <a:srgbClr val="E0DDDA"/>
            </a:solidFill>
          </a:ln>
        </p:spPr>
      </p:sp>
      <p:sp>
        <p:nvSpPr>
          <p:cNvPr id="19" name="number-04">
            <a:extLst xmlns:a="http://schemas.openxmlformats.org/drawingml/2006/main">
              <a:ext uri="{FF2B5EF4-FFF2-40B4-BE49-F238E27FC236}">
                <a16:creationId xmlns:a16="http://schemas.microsoft.com/office/drawing/2014/main" id="{265C63CC-D0D8-463F-A8B6-147311B3F816}"/>
              </a:ext>
            </a:extLst>
          </p:cNvPr>
          <p:cNvSpPr>
            <a:spLocks xmlns:a="http://schemas.openxmlformats.org/drawingml/2006/main" noGrp="1"/>
          </p:cNvSpPr>
          <p:nvPr/>
        </p:nvSpPr>
        <p:spPr>
          <a:xfrm xmlns:a="http://schemas.openxmlformats.org/drawingml/2006/main">
            <a:off x="8458200" y="4543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859"/>
                </a:solidFill>
                <a:latin typeface="Arial"/>
                <a:ea typeface="Arial"/>
                <a:cs typeface="Arial"/>
              </a:defRPr>
            </a:pPr>
            <a:r>
              <a:rPr sz="975" b="0">
                <a:solidFill>
                  <a:srgbClr val="526859"/>
                </a:solidFill>
                <a:latin typeface="Arial"/>
                <a:ea typeface="Arial"/>
                <a:cs typeface="Arial"/>
              </a:rPr>
              <a:t>04</a:t>
            </a:r>
          </a:p>
        </p:txBody>
      </p:sp>
      <p:sp>
        <p:nvSpPr>
          <p:cNvPr id="20" name="stage-title-04">
            <a:extLst xmlns:a="http://schemas.openxmlformats.org/drawingml/2006/main">
              <a:ext uri="{FF2B5EF4-FFF2-40B4-BE49-F238E27FC236}">
                <a16:creationId xmlns:a16="http://schemas.microsoft.com/office/drawing/2014/main" id="{F1B69E85-36E7-4489-B48A-9FE71A88295C}"/>
              </a:ext>
            </a:extLst>
          </p:cNvPr>
          <p:cNvSpPr>
            <a:spLocks xmlns:a="http://schemas.openxmlformats.org/drawingml/2006/main" noGrp="1"/>
          </p:cNvSpPr>
          <p:nvPr/>
        </p:nvSpPr>
        <p:spPr>
          <a:xfrm xmlns:a="http://schemas.openxmlformats.org/drawingml/2006/main">
            <a:off x="8458200" y="4800600"/>
            <a:ext cx="2943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F0E0D"/>
                </a:solidFill>
                <a:latin typeface="Georgia"/>
                <a:ea typeface="Georgia"/>
                <a:cs typeface="Georgia"/>
              </a:defRPr>
            </a:pPr>
            <a:r>
              <a:rPr sz="1950" b="0">
                <a:solidFill>
                  <a:srgbClr val="0F0E0D"/>
                </a:solidFill>
                <a:latin typeface="Georgia"/>
                <a:ea typeface="Georgia"/>
                <a:cs typeface="Georgia"/>
              </a:rPr>
              <a:t>Automation setup</a:t>
            </a:r>
          </a:p>
        </p:txBody>
      </p:sp>
      <p:sp>
        <p:nvSpPr>
          <p:cNvPr id="21" name="stage-body-04">
            <a:extLst xmlns:a="http://schemas.openxmlformats.org/drawingml/2006/main">
              <a:ext uri="{FF2B5EF4-FFF2-40B4-BE49-F238E27FC236}">
                <a16:creationId xmlns:a16="http://schemas.microsoft.com/office/drawing/2014/main" id="{F8FF7CF3-C1D5-47B4-AE00-7E5B6E1E4A25}"/>
              </a:ext>
            </a:extLst>
          </p:cNvPr>
          <p:cNvSpPr>
            <a:spLocks xmlns:a="http://schemas.openxmlformats.org/drawingml/2006/main" noGrp="1"/>
          </p:cNvSpPr>
          <p:nvPr/>
        </p:nvSpPr>
        <p:spPr>
          <a:xfrm xmlns:a="http://schemas.openxmlformats.org/drawingml/2006/main">
            <a:off x="8458200" y="5219700"/>
            <a:ext cx="297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B6762"/>
                </a:solidFill>
                <a:latin typeface="Arial"/>
                <a:ea typeface="Arial"/>
                <a:cs typeface="Arial"/>
              </a:defRPr>
            </a:pPr>
            <a:r>
              <a:rPr sz="1350" b="0">
                <a:solidFill>
                  <a:srgbClr val="6B6762"/>
                </a:solidFill>
                <a:latin typeface="Arial"/>
                <a:ea typeface="Arial"/>
                <a:cs typeface="Arial"/>
              </a:rPr>
              <a:t>Configure rules, approvals</a:t>
            </a:r>
          </a:p>
          <a:p xmlns:a="http://schemas.openxmlformats.org/drawingml/2006/main">
            <a:pPr>
              <a:defRPr sz="1350" b="0">
                <a:solidFill>
                  <a:srgbClr val="6B6762"/>
                </a:solidFill>
                <a:latin typeface="Arial"/>
                <a:ea typeface="Arial"/>
                <a:cs typeface="Arial"/>
              </a:defRPr>
            </a:pPr>
            <a:r>
              <a:rPr sz="1350" b="0">
                <a:solidFill>
                  <a:srgbClr val="6B6762"/>
                </a:solidFill>
                <a:latin typeface="Arial"/>
                <a:ea typeface="Arial"/>
                <a:cs typeface="Arial"/>
              </a:rPr>
              <a:t>and exception handling.</a:t>
            </a:r>
          </a:p>
        </p:txBody>
      </p:sp>
      <p:sp>
        <p:nvSpPr>
          <p:cNvPr id="22" name="stage-05">
            <a:extLst xmlns:a="http://schemas.openxmlformats.org/drawingml/2006/main">
              <a:ext uri="{FF2B5EF4-FFF2-40B4-BE49-F238E27FC236}">
                <a16:creationId xmlns:a16="http://schemas.microsoft.com/office/drawing/2014/main" id="{CA62B1B4-B34A-438C-B0D3-92439099BB92}"/>
              </a:ext>
            </a:extLst>
          </p:cNvPr>
          <p:cNvSpPr>
            <a:spLocks xmlns:a="http://schemas.openxmlformats.org/drawingml/2006/main" noGrp="1"/>
          </p:cNvSpPr>
          <p:nvPr/>
        </p:nvSpPr>
        <p:spPr>
          <a:xfrm xmlns:a="http://schemas.openxmlformats.org/drawingml/2006/main">
            <a:off x="4495800" y="4429125"/>
            <a:ext cx="3200400" cy="1314450"/>
          </a:xfrm>
          <a:prstGeom xmlns:a="http://schemas.openxmlformats.org/drawingml/2006/main" prst="rect">
            <a:avLst/>
          </a:prstGeom>
          <a:solidFill xmlns:a="http://schemas.openxmlformats.org/drawingml/2006/main">
            <a:srgbClr val="F2F0ED"/>
          </a:solidFill>
          <a:ln xmlns:a="http://schemas.openxmlformats.org/drawingml/2006/main" w="9525">
            <a:solidFill>
              <a:srgbClr val="E0DDDA"/>
            </a:solidFill>
          </a:ln>
        </p:spPr>
      </p:sp>
      <p:sp>
        <p:nvSpPr>
          <p:cNvPr id="23" name="number-05">
            <a:extLst xmlns:a="http://schemas.openxmlformats.org/drawingml/2006/main">
              <a:ext uri="{FF2B5EF4-FFF2-40B4-BE49-F238E27FC236}">
                <a16:creationId xmlns:a16="http://schemas.microsoft.com/office/drawing/2014/main" id="{9355EB41-F347-4D3F-91FC-3A7FCC4B8623}"/>
              </a:ext>
            </a:extLst>
          </p:cNvPr>
          <p:cNvSpPr>
            <a:spLocks xmlns:a="http://schemas.openxmlformats.org/drawingml/2006/main" noGrp="1"/>
          </p:cNvSpPr>
          <p:nvPr/>
        </p:nvSpPr>
        <p:spPr>
          <a:xfrm xmlns:a="http://schemas.openxmlformats.org/drawingml/2006/main">
            <a:off x="4648200" y="4543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859"/>
                </a:solidFill>
                <a:latin typeface="Arial"/>
                <a:ea typeface="Arial"/>
                <a:cs typeface="Arial"/>
              </a:defRPr>
            </a:pPr>
            <a:r>
              <a:rPr sz="975" b="0">
                <a:solidFill>
                  <a:srgbClr val="526859"/>
                </a:solidFill>
                <a:latin typeface="Arial"/>
                <a:ea typeface="Arial"/>
                <a:cs typeface="Arial"/>
              </a:rPr>
              <a:t>05</a:t>
            </a:r>
          </a:p>
        </p:txBody>
      </p:sp>
      <p:sp>
        <p:nvSpPr>
          <p:cNvPr id="24" name="stage-title-05">
            <a:extLst xmlns:a="http://schemas.openxmlformats.org/drawingml/2006/main">
              <a:ext uri="{FF2B5EF4-FFF2-40B4-BE49-F238E27FC236}">
                <a16:creationId xmlns:a16="http://schemas.microsoft.com/office/drawing/2014/main" id="{9B636D8A-5829-4948-858B-087A520CC31B}"/>
              </a:ext>
            </a:extLst>
          </p:cNvPr>
          <p:cNvSpPr>
            <a:spLocks xmlns:a="http://schemas.openxmlformats.org/drawingml/2006/main" noGrp="1"/>
          </p:cNvSpPr>
          <p:nvPr/>
        </p:nvSpPr>
        <p:spPr>
          <a:xfrm xmlns:a="http://schemas.openxmlformats.org/drawingml/2006/main">
            <a:off x="4648200" y="4800600"/>
            <a:ext cx="2943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F0E0D"/>
                </a:solidFill>
                <a:latin typeface="Georgia"/>
                <a:ea typeface="Georgia"/>
                <a:cs typeface="Georgia"/>
              </a:defRPr>
            </a:pPr>
            <a:r>
              <a:rPr sz="1950" b="0">
                <a:solidFill>
                  <a:srgbClr val="0F0E0D"/>
                </a:solidFill>
                <a:latin typeface="Georgia"/>
                <a:ea typeface="Georgia"/>
                <a:cs typeface="Georgia"/>
              </a:rPr>
              <a:t>Test &amp; approve</a:t>
            </a:r>
          </a:p>
        </p:txBody>
      </p:sp>
      <p:sp>
        <p:nvSpPr>
          <p:cNvPr id="25" name="stage-body-05">
            <a:extLst xmlns:a="http://schemas.openxmlformats.org/drawingml/2006/main">
              <a:ext uri="{FF2B5EF4-FFF2-40B4-BE49-F238E27FC236}">
                <a16:creationId xmlns:a16="http://schemas.microsoft.com/office/drawing/2014/main" id="{7ABFA57A-AC56-449C-A805-F8391CFAD420}"/>
              </a:ext>
            </a:extLst>
          </p:cNvPr>
          <p:cNvSpPr>
            <a:spLocks xmlns:a="http://schemas.openxmlformats.org/drawingml/2006/main" noGrp="1"/>
          </p:cNvSpPr>
          <p:nvPr/>
        </p:nvSpPr>
        <p:spPr>
          <a:xfrm xmlns:a="http://schemas.openxmlformats.org/drawingml/2006/main">
            <a:off x="4648200" y="5219700"/>
            <a:ext cx="297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B6762"/>
                </a:solidFill>
                <a:latin typeface="Arial"/>
                <a:ea typeface="Arial"/>
                <a:cs typeface="Arial"/>
              </a:defRPr>
            </a:pPr>
            <a:r>
              <a:rPr sz="1350" b="0">
                <a:solidFill>
                  <a:srgbClr val="6B6762"/>
                </a:solidFill>
                <a:latin typeface="Arial"/>
                <a:ea typeface="Arial"/>
                <a:cs typeface="Arial"/>
              </a:rPr>
              <a:t>Validate with sample cases;</a:t>
            </a:r>
          </a:p>
          <a:p xmlns:a="http://schemas.openxmlformats.org/drawingml/2006/main">
            <a:pPr>
              <a:defRPr sz="1350" b="0">
                <a:solidFill>
                  <a:srgbClr val="6B6762"/>
                </a:solidFill>
                <a:latin typeface="Arial"/>
                <a:ea typeface="Arial"/>
                <a:cs typeface="Arial"/>
              </a:defRPr>
            </a:pPr>
            <a:r>
              <a:rPr sz="1350" b="0">
                <a:solidFill>
                  <a:srgbClr val="6B6762"/>
                </a:solidFill>
                <a:latin typeface="Arial"/>
                <a:ea typeface="Arial"/>
                <a:cs typeface="Arial"/>
              </a:rPr>
              <a:t>review and approve the pilot.</a:t>
            </a:r>
          </a:p>
        </p:txBody>
      </p:sp>
      <p:sp>
        <p:nvSpPr>
          <p:cNvPr id="26" name="stage-06">
            <a:extLst xmlns:a="http://schemas.openxmlformats.org/drawingml/2006/main">
              <a:ext uri="{FF2B5EF4-FFF2-40B4-BE49-F238E27FC236}">
                <a16:creationId xmlns:a16="http://schemas.microsoft.com/office/drawing/2014/main" id="{A6EA67D3-6063-48C8-A4BB-133551E4CE7E}"/>
              </a:ext>
            </a:extLst>
          </p:cNvPr>
          <p:cNvSpPr>
            <a:spLocks xmlns:a="http://schemas.openxmlformats.org/drawingml/2006/main" noGrp="1"/>
          </p:cNvSpPr>
          <p:nvPr/>
        </p:nvSpPr>
        <p:spPr>
          <a:xfrm xmlns:a="http://schemas.openxmlformats.org/drawingml/2006/main">
            <a:off x="685800" y="4429125"/>
            <a:ext cx="3200400" cy="1314450"/>
          </a:xfrm>
          <a:prstGeom xmlns:a="http://schemas.openxmlformats.org/drawingml/2006/main" prst="rect">
            <a:avLst/>
          </a:prstGeom>
          <a:solidFill xmlns:a="http://schemas.openxmlformats.org/drawingml/2006/main">
            <a:srgbClr val="F2F0ED"/>
          </a:solidFill>
          <a:ln xmlns:a="http://schemas.openxmlformats.org/drawingml/2006/main" w="9525">
            <a:solidFill>
              <a:srgbClr val="E0DDDA"/>
            </a:solidFill>
          </a:ln>
        </p:spPr>
      </p:sp>
      <p:sp>
        <p:nvSpPr>
          <p:cNvPr id="27" name="number-06">
            <a:extLst xmlns:a="http://schemas.openxmlformats.org/drawingml/2006/main">
              <a:ext uri="{FF2B5EF4-FFF2-40B4-BE49-F238E27FC236}">
                <a16:creationId xmlns:a16="http://schemas.microsoft.com/office/drawing/2014/main" id="{9F6E6881-97ED-4465-9D23-A2B7D87EFE93}"/>
              </a:ext>
            </a:extLst>
          </p:cNvPr>
          <p:cNvSpPr>
            <a:spLocks xmlns:a="http://schemas.openxmlformats.org/drawingml/2006/main" noGrp="1"/>
          </p:cNvSpPr>
          <p:nvPr/>
        </p:nvSpPr>
        <p:spPr>
          <a:xfrm xmlns:a="http://schemas.openxmlformats.org/drawingml/2006/main">
            <a:off x="838200" y="4543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859"/>
                </a:solidFill>
                <a:latin typeface="Arial"/>
                <a:ea typeface="Arial"/>
                <a:cs typeface="Arial"/>
              </a:defRPr>
            </a:pPr>
            <a:r>
              <a:rPr sz="975" b="0">
                <a:solidFill>
                  <a:srgbClr val="526859"/>
                </a:solidFill>
                <a:latin typeface="Arial"/>
                <a:ea typeface="Arial"/>
                <a:cs typeface="Arial"/>
              </a:rPr>
              <a:t>06</a:t>
            </a:r>
          </a:p>
        </p:txBody>
      </p:sp>
      <p:sp>
        <p:nvSpPr>
          <p:cNvPr id="28" name="stage-title-06">
            <a:extLst xmlns:a="http://schemas.openxmlformats.org/drawingml/2006/main">
              <a:ext uri="{FF2B5EF4-FFF2-40B4-BE49-F238E27FC236}">
                <a16:creationId xmlns:a16="http://schemas.microsoft.com/office/drawing/2014/main" id="{D376701C-9E34-4DAF-992C-17516B19579B}"/>
              </a:ext>
            </a:extLst>
          </p:cNvPr>
          <p:cNvSpPr>
            <a:spLocks xmlns:a="http://schemas.openxmlformats.org/drawingml/2006/main" noGrp="1"/>
          </p:cNvSpPr>
          <p:nvPr/>
        </p:nvSpPr>
        <p:spPr>
          <a:xfrm xmlns:a="http://schemas.openxmlformats.org/drawingml/2006/main">
            <a:off x="838200" y="4800600"/>
            <a:ext cx="2943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F0E0D"/>
                </a:solidFill>
                <a:latin typeface="Georgia"/>
                <a:ea typeface="Georgia"/>
                <a:cs typeface="Georgia"/>
              </a:defRPr>
            </a:pPr>
            <a:r>
              <a:rPr sz="1950" b="0">
                <a:solidFill>
                  <a:srgbClr val="0F0E0D"/>
                </a:solidFill>
                <a:latin typeface="Georgia"/>
                <a:ea typeface="Georgia"/>
                <a:cs typeface="Georgia"/>
              </a:rPr>
              <a:t>Operate &amp; improve</a:t>
            </a:r>
          </a:p>
        </p:txBody>
      </p:sp>
      <p:sp>
        <p:nvSpPr>
          <p:cNvPr id="29" name="stage-body-06">
            <a:extLst xmlns:a="http://schemas.openxmlformats.org/drawingml/2006/main">
              <a:ext uri="{FF2B5EF4-FFF2-40B4-BE49-F238E27FC236}">
                <a16:creationId xmlns:a16="http://schemas.microsoft.com/office/drawing/2014/main" id="{9E221174-7805-4256-A559-DD4C9BA1A4B0}"/>
              </a:ext>
            </a:extLst>
          </p:cNvPr>
          <p:cNvSpPr>
            <a:spLocks xmlns:a="http://schemas.openxmlformats.org/drawingml/2006/main" noGrp="1"/>
          </p:cNvSpPr>
          <p:nvPr/>
        </p:nvSpPr>
        <p:spPr>
          <a:xfrm xmlns:a="http://schemas.openxmlformats.org/drawingml/2006/main">
            <a:off x="838200" y="5219700"/>
            <a:ext cx="297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B6762"/>
                </a:solidFill>
                <a:latin typeface="Arial"/>
                <a:ea typeface="Arial"/>
                <a:cs typeface="Arial"/>
              </a:defRPr>
            </a:pPr>
            <a:r>
              <a:rPr sz="1350" b="0">
                <a:solidFill>
                  <a:srgbClr val="6B6762"/>
                </a:solidFill>
                <a:latin typeface="Arial"/>
                <a:ea typeface="Arial"/>
                <a:cs typeface="Arial"/>
              </a:rPr>
              <a:t>Monitor activity, resolve issues</a:t>
            </a:r>
          </a:p>
          <a:p xmlns:a="http://schemas.openxmlformats.org/drawingml/2006/main">
            <a:pPr>
              <a:defRPr sz="1350" b="0">
                <a:solidFill>
                  <a:srgbClr val="6B6762"/>
                </a:solidFill>
                <a:latin typeface="Arial"/>
                <a:ea typeface="Arial"/>
                <a:cs typeface="Arial"/>
              </a:defRPr>
            </a:pPr>
            <a:r>
              <a:rPr sz="1350" b="0">
                <a:solidFill>
                  <a:srgbClr val="6B6762"/>
                </a:solidFill>
                <a:latin typeface="Arial"/>
                <a:ea typeface="Arial"/>
                <a:cs typeface="Arial"/>
              </a:rPr>
              <a:t>and refine the workflow.</a:t>
            </a:r>
          </a:p>
        </p:txBody>
      </p:sp>
      <p:sp>
        <p:nvSpPr>
          <p:cNvPr id="30" name="flow-forward-422">
            <a:extLst xmlns:a="http://schemas.openxmlformats.org/drawingml/2006/main">
              <a:ext uri="{FF2B5EF4-FFF2-40B4-BE49-F238E27FC236}">
                <a16:creationId xmlns:a16="http://schemas.microsoft.com/office/drawing/2014/main" id="{00236BA4-8051-4447-84A8-61D77122A87D}"/>
              </a:ext>
            </a:extLst>
          </p:cNvPr>
          <p:cNvSpPr>
            <a:spLocks xmlns:a="http://schemas.openxmlformats.org/drawingml/2006/main" noGrp="1"/>
          </p:cNvSpPr>
          <p:nvPr/>
        </p:nvSpPr>
        <p:spPr>
          <a:xfrm xmlns:a="http://schemas.openxmlformats.org/drawingml/2006/main">
            <a:off x="4019550" y="3133725"/>
            <a:ext cx="342900" cy="171450"/>
          </a:xfrm>
          <a:prstGeom xmlns:a="http://schemas.openxmlformats.org/drawingml/2006/main" prst="rightArrow">
            <a:avLst/>
          </a:prstGeom>
          <a:solidFill xmlns:a="http://schemas.openxmlformats.org/drawingml/2006/main">
            <a:srgbClr val="526859"/>
          </a:solidFill>
          <a:ln xmlns:a="http://schemas.openxmlformats.org/drawingml/2006/main" w="0">
            <a:noFill/>
          </a:ln>
        </p:spPr>
      </p:sp>
      <p:sp>
        <p:nvSpPr>
          <p:cNvPr id="31" name="flow-forward-822">
            <a:extLst xmlns:a="http://schemas.openxmlformats.org/drawingml/2006/main">
              <a:ext uri="{FF2B5EF4-FFF2-40B4-BE49-F238E27FC236}">
                <a16:creationId xmlns:a16="http://schemas.microsoft.com/office/drawing/2014/main" id="{A354A41C-B42F-467D-90BB-783B23A20B09}"/>
              </a:ext>
            </a:extLst>
          </p:cNvPr>
          <p:cNvSpPr>
            <a:spLocks xmlns:a="http://schemas.openxmlformats.org/drawingml/2006/main" noGrp="1"/>
          </p:cNvSpPr>
          <p:nvPr/>
        </p:nvSpPr>
        <p:spPr>
          <a:xfrm xmlns:a="http://schemas.openxmlformats.org/drawingml/2006/main">
            <a:off x="7829550" y="3133725"/>
            <a:ext cx="342900" cy="171450"/>
          </a:xfrm>
          <a:prstGeom xmlns:a="http://schemas.openxmlformats.org/drawingml/2006/main" prst="rightArrow">
            <a:avLst/>
          </a:prstGeom>
          <a:solidFill xmlns:a="http://schemas.openxmlformats.org/drawingml/2006/main">
            <a:srgbClr val="526859"/>
          </a:solidFill>
          <a:ln xmlns:a="http://schemas.openxmlformats.org/drawingml/2006/main" w="0">
            <a:noFill/>
          </a:ln>
        </p:spPr>
      </p:sp>
      <p:sp>
        <p:nvSpPr>
          <p:cNvPr id="32" name="flow-onboard-build">
            <a:extLst xmlns:a="http://schemas.openxmlformats.org/drawingml/2006/main">
              <a:ext uri="{FF2B5EF4-FFF2-40B4-BE49-F238E27FC236}">
                <a16:creationId xmlns:a16="http://schemas.microsoft.com/office/drawing/2014/main" id="{252513EA-FEAD-42F7-A765-C000662D4046}"/>
              </a:ext>
            </a:extLst>
          </p:cNvPr>
          <p:cNvSpPr>
            <a:spLocks xmlns:a="http://schemas.openxmlformats.org/drawingml/2006/main" noGrp="1"/>
          </p:cNvSpPr>
          <p:nvPr/>
        </p:nvSpPr>
        <p:spPr>
          <a:xfrm xmlns:a="http://schemas.openxmlformats.org/drawingml/2006/main">
            <a:off x="9820275" y="4038600"/>
            <a:ext cx="171450" cy="276225"/>
          </a:xfrm>
          <a:prstGeom xmlns:a="http://schemas.openxmlformats.org/drawingml/2006/main" prst="downArrow">
            <a:avLst/>
          </a:prstGeom>
          <a:solidFill xmlns:a="http://schemas.openxmlformats.org/drawingml/2006/main">
            <a:srgbClr val="526859"/>
          </a:solidFill>
          <a:ln xmlns:a="http://schemas.openxmlformats.org/drawingml/2006/main" w="0">
            <a:noFill/>
          </a:ln>
        </p:spPr>
      </p:sp>
      <p:sp>
        <p:nvSpPr>
          <p:cNvPr id="33" name="flow-continue-422">
            <a:extLst xmlns:a="http://schemas.openxmlformats.org/drawingml/2006/main">
              <a:ext uri="{FF2B5EF4-FFF2-40B4-BE49-F238E27FC236}">
                <a16:creationId xmlns:a16="http://schemas.microsoft.com/office/drawing/2014/main" id="{3B7F26C2-6EE7-4D3B-AD37-2CD17D27D5D5}"/>
              </a:ext>
            </a:extLst>
          </p:cNvPr>
          <p:cNvSpPr>
            <a:spLocks xmlns:a="http://schemas.openxmlformats.org/drawingml/2006/main" noGrp="1"/>
          </p:cNvSpPr>
          <p:nvPr/>
        </p:nvSpPr>
        <p:spPr>
          <a:xfrm xmlns:a="http://schemas.openxmlformats.org/drawingml/2006/main">
            <a:off x="4019550" y="4953000"/>
            <a:ext cx="342900" cy="171450"/>
          </a:xfrm>
          <a:prstGeom xmlns:a="http://schemas.openxmlformats.org/drawingml/2006/main" prst="leftArrow">
            <a:avLst/>
          </a:prstGeom>
          <a:solidFill xmlns:a="http://schemas.openxmlformats.org/drawingml/2006/main">
            <a:srgbClr val="526859"/>
          </a:solidFill>
          <a:ln xmlns:a="http://schemas.openxmlformats.org/drawingml/2006/main" w="0">
            <a:noFill/>
          </a:ln>
        </p:spPr>
      </p:sp>
      <p:sp>
        <p:nvSpPr>
          <p:cNvPr id="34" name="flow-continue-822">
            <a:extLst xmlns:a="http://schemas.openxmlformats.org/drawingml/2006/main">
              <a:ext uri="{FF2B5EF4-FFF2-40B4-BE49-F238E27FC236}">
                <a16:creationId xmlns:a16="http://schemas.microsoft.com/office/drawing/2014/main" id="{39C3ACA9-558A-4088-8391-42088B7DD23E}"/>
              </a:ext>
            </a:extLst>
          </p:cNvPr>
          <p:cNvSpPr>
            <a:spLocks xmlns:a="http://schemas.openxmlformats.org/drawingml/2006/main" noGrp="1"/>
          </p:cNvSpPr>
          <p:nvPr/>
        </p:nvSpPr>
        <p:spPr>
          <a:xfrm xmlns:a="http://schemas.openxmlformats.org/drawingml/2006/main">
            <a:off x="7829550" y="4953000"/>
            <a:ext cx="342900" cy="171450"/>
          </a:xfrm>
          <a:prstGeom xmlns:a="http://schemas.openxmlformats.org/drawingml/2006/main" prst="leftArrow">
            <a:avLst/>
          </a:prstGeom>
          <a:solidFill xmlns:a="http://schemas.openxmlformats.org/drawingml/2006/main">
            <a:srgbClr val="526859"/>
          </a:solidFill>
          <a:ln xmlns:a="http://schemas.openxmlformats.org/drawingml/2006/main" w="0">
            <a:noFill/>
          </a:ln>
        </p:spPr>
      </p:sp>
      <p:sp>
        <p:nvSpPr>
          <p:cNvPr id="35" name="footer">
            <a:extLst xmlns:a="http://schemas.openxmlformats.org/drawingml/2006/main">
              <a:ext uri="{FF2B5EF4-FFF2-40B4-BE49-F238E27FC236}">
                <a16:creationId xmlns:a16="http://schemas.microsoft.com/office/drawing/2014/main" id="{B8FC6001-3446-4695-8BDD-5ED2CEB384D3}"/>
              </a:ext>
            </a:extLst>
          </p:cNvPr>
          <p:cNvSpPr>
            <a:spLocks xmlns:a="http://schemas.openxmlformats.org/drawingml/2006/main" noGrp="1"/>
          </p:cNvSpPr>
          <p:nvPr/>
        </p:nvSpPr>
        <p:spPr>
          <a:xfrm xmlns:a="http://schemas.openxmlformats.org/drawingml/2006/main">
            <a:off x="685800" y="61245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6762"/>
                </a:solidFill>
                <a:latin typeface="Arial"/>
                <a:ea typeface="Arial"/>
                <a:cs typeface="Arial"/>
              </a:defRPr>
            </a:pPr>
            <a:r>
              <a:rPr sz="975" b="0">
                <a:solidFill>
                  <a:srgbClr val="6B6762"/>
                </a:solidFill>
                <a:latin typeface="Arial"/>
                <a:ea typeface="Arial"/>
                <a:cs typeface="Arial"/>
              </a:rPr>
              <a:t>PREPRODUCTION  /  The scope and launch criteria are agreed before the pilot begins.</a:t>
            </a:r>
          </a:p>
        </p:txBody>
      </p:sp>
    </p:spTree>
    <p:extLst>
      <p:ext uri="{BB962C8B-B14F-4D97-AF65-F5344CB8AC3E}">
        <p14:creationId xmlns:p14="http://schemas.microsoft.com/office/powerpoint/2010/main" val="1604518818"/>
      </p:ext>
    </p:extLst>
  </p:cSld>
</p:sld>
</file>

<file path=ppt/slides/slide3.xml><?xml version="1.0" encoding="utf-8"?>
<p:sld xmlns:p="http://schemas.openxmlformats.org/presentationml/2006/main">
  <p:cSld>
    <p:bg>
      <p:bgPr>
        <a:solidFill xmlns:a="http://schemas.openxmlformats.org/drawingml/2006/main">
          <a:srgbClr val="0F0E0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32A323-18FE-428B-8E7B-D286FD4CA1A6}"/>
              </a:ext>
            </a:extLst>
          </p:cNvPr>
          <p:cNvSpPr>
            <a:spLocks xmlns:a="http://schemas.openxmlformats.org/drawingml/2006/main" noGrp="1"/>
          </p:cNvSpPr>
          <p:nvPr/>
        </p:nvSpPr>
        <p:spPr>
          <a:xfrm xmlns:a="http://schemas.openxmlformats.org/drawingml/2006/main">
            <a:off x="685800" y="3429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975" b="0">
                <a:solidFill>
                  <a:srgbClr val="BDB7AE"/>
                </a:solidFill>
                <a:latin typeface="Arial"/>
                <a:ea typeface="Arial"/>
                <a:cs typeface="Arial"/>
              </a:defRPr>
            </a:pPr>
            <a:r>
              <a:rPr sz="975" b="0">
                <a:solidFill>
                  <a:srgbClr val="BDB7AE"/>
                </a:solidFill>
                <a:latin typeface="Arial"/>
                <a:ea typeface="Arial"/>
                <a:cs typeface="Arial"/>
              </a:rPr>
              <a:t>PRIME STATE SYSTEMS  /  PROPOSED PILOT</a:t>
            </a:r>
          </a:p>
        </p:txBody>
      </p:sp>
      <p:sp>
        <p:nvSpPr>
          <p:cNvPr id="2" name="">
            <a:extLst xmlns:a="http://schemas.openxmlformats.org/drawingml/2006/main">
              <a:ext uri="{FF2B5EF4-FFF2-40B4-BE49-F238E27FC236}">
                <a16:creationId xmlns:a16="http://schemas.microsoft.com/office/drawing/2014/main" id="{1B9F80C9-FCA1-4C66-981F-7F975055AF45}"/>
              </a:ext>
            </a:extLst>
          </p:cNvPr>
          <p:cNvSpPr>
            <a:spLocks xmlns:a="http://schemas.openxmlformats.org/drawingml/2006/main" noGrp="1"/>
          </p:cNvSpPr>
          <p:nvPr/>
        </p:nvSpPr>
        <p:spPr>
          <a:xfrm xmlns:a="http://schemas.openxmlformats.org/drawingml/2006/main">
            <a:off x="10953750" y="3429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975" b="0">
                <a:solidFill>
                  <a:srgbClr val="BDB7AE"/>
                </a:solidFill>
                <a:latin typeface="Arial"/>
                <a:ea typeface="Arial"/>
                <a:cs typeface="Arial"/>
              </a:defRPr>
            </a:pPr>
            <a:r>
              <a:rPr sz="975" b="0">
                <a:solidFill>
                  <a:srgbClr val="BDB7AE"/>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78CC6A8-E04D-4E9C-9405-3F0A3DF40B71}"/>
              </a:ext>
            </a:extLst>
          </p:cNvPr>
          <p:cNvSpPr>
            <a:spLocks xmlns:a="http://schemas.openxmlformats.org/drawingml/2006/main" noGrp="1"/>
          </p:cNvSpPr>
          <p:nvPr/>
        </p:nvSpPr>
        <p:spPr>
          <a:xfrm xmlns:a="http://schemas.openxmlformats.org/drawingml/2006/main">
            <a:off x="685800" y="1447800"/>
            <a:ext cx="7239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3675" b="0">
                <a:solidFill>
                  <a:srgbClr val="FEFDFC"/>
                </a:solidFill>
                <a:latin typeface="Georgia"/>
                <a:ea typeface="Georgia"/>
                <a:cs typeface="Georgia"/>
              </a:defRPr>
            </a:pPr>
            <a:r>
              <a:rPr sz="3675" b="0">
                <a:solidFill>
                  <a:srgbClr val="FEFDFC"/>
                </a:solidFill>
                <a:latin typeface="Georgia"/>
                <a:ea typeface="Georgia"/>
                <a:cs typeface="Georgia"/>
              </a:rPr>
              <a:t>Begin with one</a:t>
            </a:r>
          </a:p>
          <a:p xmlns:a="http://schemas.openxmlformats.org/drawingml/2006/main">
            <a:pPr>
              <a:buNone/>
              <a:defRPr sz="3675" b="0">
                <a:solidFill>
                  <a:srgbClr val="FEFDFC"/>
                </a:solidFill>
                <a:latin typeface="Georgia"/>
                <a:ea typeface="Georgia"/>
                <a:cs typeface="Georgia"/>
              </a:defRPr>
            </a:pPr>
            <a:r>
              <a:rPr sz="3675" b="0">
                <a:solidFill>
                  <a:srgbClr val="FEFDFC"/>
                </a:solidFill>
                <a:latin typeface="Georgia"/>
                <a:ea typeface="Georgia"/>
                <a:cs typeface="Georgia"/>
              </a:rPr>
              <a:t>important workflow</a:t>
            </a:r>
          </a:p>
        </p:txBody>
      </p:sp>
      <p:sp>
        <p:nvSpPr>
          <p:cNvPr id="4" name="">
            <a:extLst xmlns:a="http://schemas.openxmlformats.org/drawingml/2006/main">
              <a:ext uri="{FF2B5EF4-FFF2-40B4-BE49-F238E27FC236}">
                <a16:creationId xmlns:a16="http://schemas.microsoft.com/office/drawing/2014/main" id="{EA180DEB-48A2-467D-8183-351F84BBCAA7}"/>
              </a:ext>
            </a:extLst>
          </p:cNvPr>
          <p:cNvSpPr>
            <a:spLocks xmlns:a="http://schemas.openxmlformats.org/drawingml/2006/main" noGrp="1"/>
          </p:cNvSpPr>
          <p:nvPr/>
        </p:nvSpPr>
        <p:spPr>
          <a:xfrm xmlns:a="http://schemas.openxmlformats.org/drawingml/2006/main">
            <a:off x="723900" y="3333750"/>
            <a:ext cx="5619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725" b="0">
                <a:solidFill>
                  <a:srgbClr val="E0DDDA"/>
                </a:solidFill>
                <a:latin typeface="Arial"/>
                <a:ea typeface="Arial"/>
                <a:cs typeface="Arial"/>
              </a:defRPr>
            </a:pPr>
            <a:r>
              <a:rPr sz="1725" b="0">
                <a:solidFill>
                  <a:srgbClr val="E0DDDA"/>
                </a:solidFill>
                <a:latin typeface="Arial"/>
                <a:ea typeface="Arial"/>
                <a:cs typeface="Arial"/>
              </a:rPr>
              <a:t>Define the process, connect the required systems, and evaluate execution before expanding the scope.</a:t>
            </a:r>
          </a:p>
        </p:txBody>
      </p:sp>
      <p:sp>
        <p:nvSpPr>
          <p:cNvPr id="5" name="">
            <a:extLst xmlns:a="http://schemas.openxmlformats.org/drawingml/2006/main">
              <a:ext uri="{FF2B5EF4-FFF2-40B4-BE49-F238E27FC236}">
                <a16:creationId xmlns:a16="http://schemas.microsoft.com/office/drawing/2014/main" id="{0C3C6B4D-38A4-4091-966B-7E074CD42943}"/>
              </a:ext>
            </a:extLst>
          </p:cNvPr>
          <p:cNvSpPr>
            <a:spLocks xmlns:a="http://schemas.openxmlformats.org/drawingml/2006/main" noGrp="1"/>
          </p:cNvSpPr>
          <p:nvPr/>
        </p:nvSpPr>
        <p:spPr>
          <a:xfrm xmlns:a="http://schemas.openxmlformats.org/drawingml/2006/main">
            <a:off x="723900" y="4953000"/>
            <a:ext cx="4572000" cy="533400"/>
          </a:xfrm>
          <a:prstGeom xmlns:a="http://schemas.openxmlformats.org/drawingml/2006/main" prst="roundRect">
            <a:avLst>
              <a:gd name="adj" fmla="val 22222"/>
            </a:avLst>
          </a:prstGeom>
          <a:solidFill xmlns:a="http://schemas.openxmlformats.org/drawingml/2006/main">
            <a:srgbClr val="D9CDBD"/>
          </a:solidFill>
          <a:ln xmlns:a="http://schemas.openxmlformats.org/drawingml/2006/main" w="9525">
            <a:solidFill>
              <a:srgbClr val="D9CDBD"/>
            </a:solid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7CD300CE-02FC-428D-B0EB-378E209E1124}"/>
              </a:ext>
            </a:extLst>
          </p:cNvPr>
          <p:cNvSpPr>
            <a:spLocks xmlns:a="http://schemas.openxmlformats.org/drawingml/2006/main" noGrp="1"/>
          </p:cNvSpPr>
          <p:nvPr/>
        </p:nvSpPr>
        <p:spPr>
          <a:xfrm xmlns:a="http://schemas.openxmlformats.org/drawingml/2006/main">
            <a:off x="914400" y="506730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275" b="0">
                <a:solidFill>
                  <a:srgbClr val="0F0E0D"/>
                </a:solidFill>
                <a:latin typeface="Arial"/>
                <a:ea typeface="Arial"/>
                <a:cs typeface="Arial"/>
              </a:defRPr>
            </a:pPr>
            <a:r>
              <a:rPr sz="1275" b="0">
                <a:solidFill>
                  <a:srgbClr val="0F0E0D"/>
                </a:solidFill>
                <a:latin typeface="Arial"/>
                <a:ea typeface="Arial"/>
                <a:cs typeface="Arial"/>
              </a:rPr>
              <a:t>AGREE THE FIRST WORKFLOW</a:t>
            </a:r>
          </a:p>
        </p:txBody>
      </p:sp>
      <p:sp>
        <p:nvSpPr>
          <p:cNvPr id="7" name="">
            <a:extLst xmlns:a="http://schemas.openxmlformats.org/drawingml/2006/main">
              <a:ext uri="{FF2B5EF4-FFF2-40B4-BE49-F238E27FC236}">
                <a16:creationId xmlns:a16="http://schemas.microsoft.com/office/drawing/2014/main" id="{55C5A7E4-3F59-406E-9437-6A842BA74AEA}"/>
              </a:ext>
            </a:extLst>
          </p:cNvPr>
          <p:cNvSpPr>
            <a:spLocks xmlns:a="http://schemas.openxmlformats.org/drawingml/2006/main" noGrp="1"/>
          </p:cNvSpPr>
          <p:nvPr/>
        </p:nvSpPr>
        <p:spPr>
          <a:xfrm xmlns:a="http://schemas.openxmlformats.org/drawingml/2006/main">
            <a:off x="723900" y="607695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900" b="0">
                <a:solidFill>
                  <a:srgbClr val="D8CFC1"/>
                </a:solidFill>
                <a:latin typeface="Arial"/>
                <a:ea typeface="Arial"/>
                <a:cs typeface="Arial"/>
              </a:defRPr>
            </a:pPr>
            <a:r>
              <a:rPr sz="900" b="0">
                <a:solidFill>
                  <a:srgbClr val="D8CFC1"/>
                </a:solidFill>
                <a:latin typeface="Arial"/>
                <a:ea typeface="Arial"/>
                <a:cs typeface="Arial"/>
              </a:rPr>
              <a:t>PREPRODUCTION  /  SCOPE AND SUCCESS CRITERIA TO BE AGREED</a:t>
            </a:r>
          </a:p>
        </p:txBody>
      </p:sp>
      <p:sp>
        <p:nvSpPr>
          <p:cNvPr id="9" name="">
            <a:extLst xmlns:a="http://schemas.openxmlformats.org/drawingml/2006/main">
              <a:ext uri="{FF2B5EF4-FFF2-40B4-BE49-F238E27FC236}">
                <a16:creationId xmlns:a16="http://schemas.microsoft.com/office/drawing/2014/main" id="{7E911DDC-07C2-4483-97CB-59EE955E20C6}"/>
              </a:ext>
            </a:extLst>
          </p:cNvPr>
          <p:cNvSpPr>
            <a:spLocks xmlns:a="http://schemas.openxmlformats.org/drawingml/2006/main" noGrp="1"/>
          </p:cNvSpPr>
          <p:nvPr/>
        </p:nvSpPr>
        <p:spPr>
          <a:xfrm xmlns:a="http://schemas.openxmlformats.org/drawingml/2006/main">
            <a:off x="8096250" y="16192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a:solidFill>
                  <a:srgbClr val="BDB7AE"/>
                </a:solidFill>
                <a:latin typeface="Arial"/>
                <a:ea typeface="Arial"/>
                <a:cs typeface="Arial"/>
              </a:defRPr>
            </a:pPr>
            <a:r>
              <a:rPr sz="975">
                <a:solidFill>
                  <a:srgbClr val="BDB7AE"/>
                </a:solidFill>
                <a:latin typeface="Arial"/>
                <a:ea typeface="Arial"/>
                <a:cs typeface="Arial"/>
              </a:rPr>
              <a:t>PILOT EVALUATION</a:t>
            </a:r>
          </a:p>
        </p:txBody>
      </p:sp>
      <p:sp>
        <p:nvSpPr>
          <p:cNvPr id="10" name="">
            <a:extLst xmlns:a="http://schemas.openxmlformats.org/drawingml/2006/main">
              <a:ext uri="{FF2B5EF4-FFF2-40B4-BE49-F238E27FC236}">
                <a16:creationId xmlns:a16="http://schemas.microsoft.com/office/drawing/2014/main" id="{D832C94B-A7E3-46ED-8D11-0B801AC19824}"/>
              </a:ext>
            </a:extLst>
          </p:cNvPr>
          <p:cNvSpPr>
            <a:spLocks xmlns:a="http://schemas.openxmlformats.org/drawingml/2006/main" noGrp="1"/>
          </p:cNvSpPr>
          <p:nvPr/>
        </p:nvSpPr>
        <p:spPr>
          <a:xfrm xmlns:a="http://schemas.openxmlformats.org/drawingml/2006/main">
            <a:off x="8096250" y="21050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a:solidFill>
                  <a:srgbClr val="FEFDFC"/>
                </a:solidFill>
                <a:latin typeface="Arial"/>
                <a:ea typeface="Arial"/>
                <a:cs typeface="Arial"/>
              </a:defRPr>
            </a:pPr>
            <a:r>
              <a:rPr sz="1575">
                <a:solidFill>
                  <a:srgbClr val="FEFDFC"/>
                </a:solidFill>
                <a:latin typeface="Arial"/>
                <a:ea typeface="Arial"/>
                <a:cs typeface="Arial"/>
              </a:rPr>
              <a:t>Process agreed</a:t>
            </a:r>
          </a:p>
          <a:p xmlns:a="http://schemas.openxmlformats.org/drawingml/2006/main">
            <a:pPr>
              <a:buNone/>
              <a:defRPr sz="1575">
                <a:solidFill>
                  <a:srgbClr val="FEFDFC"/>
                </a:solidFill>
                <a:latin typeface="Arial"/>
                <a:ea typeface="Arial"/>
                <a:cs typeface="Arial"/>
              </a:defRPr>
            </a:pPr>
            <a:r>
              <a:rPr sz="1575">
                <a:solidFill>
                  <a:srgbClr val="FEFDFC"/>
                </a:solidFill>
                <a:latin typeface="Arial"/>
                <a:ea typeface="Arial"/>
                <a:cs typeface="Arial"/>
              </a:rPr>
              <a:t>Rules, ownership, exceptions</a:t>
            </a:r>
          </a:p>
        </p:txBody>
      </p:sp>
      <p:sp>
        <p:nvSpPr>
          <p:cNvPr id="11" name="">
            <a:extLst xmlns:a="http://schemas.openxmlformats.org/drawingml/2006/main">
              <a:ext uri="{FF2B5EF4-FFF2-40B4-BE49-F238E27FC236}">
                <a16:creationId xmlns:a16="http://schemas.microsoft.com/office/drawing/2014/main" id="{4D9C733D-C922-4DF9-9502-7040A9FFA7F5}"/>
              </a:ext>
            </a:extLst>
          </p:cNvPr>
          <p:cNvSpPr>
            <a:spLocks xmlns:a="http://schemas.openxmlformats.org/drawingml/2006/main" noGrp="1"/>
          </p:cNvSpPr>
          <p:nvPr/>
        </p:nvSpPr>
        <p:spPr>
          <a:xfrm xmlns:a="http://schemas.openxmlformats.org/drawingml/2006/main">
            <a:off x="8096250" y="32004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a:solidFill>
                  <a:srgbClr val="FEFDFC"/>
                </a:solidFill>
                <a:latin typeface="Arial"/>
                <a:ea typeface="Arial"/>
                <a:cs typeface="Arial"/>
              </a:defRPr>
            </a:pPr>
            <a:r>
              <a:rPr sz="1575">
                <a:solidFill>
                  <a:srgbClr val="FEFDFC"/>
                </a:solidFill>
                <a:latin typeface="Arial"/>
                <a:ea typeface="Arial"/>
                <a:cs typeface="Arial"/>
              </a:rPr>
              <a:t>Execution observed</a:t>
            </a:r>
          </a:p>
          <a:p xmlns:a="http://schemas.openxmlformats.org/drawingml/2006/main">
            <a:pPr>
              <a:buNone/>
              <a:defRPr sz="1575">
                <a:solidFill>
                  <a:srgbClr val="FEFDFC"/>
                </a:solidFill>
                <a:latin typeface="Arial"/>
                <a:ea typeface="Arial"/>
                <a:cs typeface="Arial"/>
              </a:defRPr>
            </a:pPr>
            <a:r>
              <a:rPr sz="1575">
                <a:solidFill>
                  <a:srgbClr val="FEFDFC"/>
                </a:solidFill>
                <a:latin typeface="Arial"/>
                <a:ea typeface="Arial"/>
                <a:cs typeface="Arial"/>
              </a:rPr>
              <a:t>Activity and audit history</a:t>
            </a:r>
          </a:p>
        </p:txBody>
      </p:sp>
      <p:sp>
        <p:nvSpPr>
          <p:cNvPr id="12" name="">
            <a:extLst xmlns:a="http://schemas.openxmlformats.org/drawingml/2006/main">
              <a:ext uri="{FF2B5EF4-FFF2-40B4-BE49-F238E27FC236}">
                <a16:creationId xmlns:a16="http://schemas.microsoft.com/office/drawing/2014/main" id="{2F1B52E5-2BDC-4D3C-865A-7815BF4FC9FC}"/>
              </a:ext>
            </a:extLst>
          </p:cNvPr>
          <p:cNvSpPr>
            <a:spLocks xmlns:a="http://schemas.openxmlformats.org/drawingml/2006/main" noGrp="1"/>
          </p:cNvSpPr>
          <p:nvPr/>
        </p:nvSpPr>
        <p:spPr>
          <a:xfrm xmlns:a="http://schemas.openxmlformats.org/drawingml/2006/main">
            <a:off x="8096250" y="429577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a:solidFill>
                  <a:srgbClr val="FEFDFC"/>
                </a:solidFill>
                <a:latin typeface="Arial"/>
                <a:ea typeface="Arial"/>
                <a:cs typeface="Arial"/>
              </a:defRPr>
            </a:pPr>
            <a:r>
              <a:rPr sz="1575">
                <a:solidFill>
                  <a:srgbClr val="FEFDFC"/>
                </a:solidFill>
                <a:latin typeface="Arial"/>
                <a:ea typeface="Arial"/>
                <a:cs typeface="Arial"/>
              </a:rPr>
              <a:t>Results reviewed</a:t>
            </a:r>
          </a:p>
          <a:p xmlns:a="http://schemas.openxmlformats.org/drawingml/2006/main">
            <a:pPr>
              <a:buNone/>
              <a:defRPr sz="1575">
                <a:solidFill>
                  <a:srgbClr val="FEFDFC"/>
                </a:solidFill>
                <a:latin typeface="Arial"/>
                <a:ea typeface="Arial"/>
                <a:cs typeface="Arial"/>
              </a:defRPr>
            </a:pPr>
            <a:r>
              <a:rPr sz="1575">
                <a:solidFill>
                  <a:srgbClr val="FEFDFC"/>
                </a:solidFill>
                <a:latin typeface="Arial"/>
                <a:ea typeface="Arial"/>
                <a:cs typeface="Arial"/>
              </a:rPr>
              <a:t>Baseline and pilot comparison</a:t>
            </a:r>
          </a:p>
        </p:txBody>
      </p:sp>
    </p:spTree>
    <p:extLst>
      <p:ext uri="{BB962C8B-B14F-4D97-AF65-F5344CB8AC3E}">
        <p14:creationId xmlns:p14="http://schemas.microsoft.com/office/powerpoint/2010/main" val="2257913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2026-09-08T05:23:36.8040000Z</dcterms:created>
  <dcterms:modified xsi:type="dcterms:W3CDTF">2026-09-08T05:23:36.8040000Z</dcterms:modified>
</coreProperties>
</file>